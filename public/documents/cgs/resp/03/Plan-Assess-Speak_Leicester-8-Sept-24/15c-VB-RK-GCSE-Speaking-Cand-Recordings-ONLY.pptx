
<file path=[Content_Types].xml><?xml version="1.0" encoding="utf-8"?>
<Types xmlns="http://schemas.openxmlformats.org/package/2006/content-types">
  <Default Extension="png" ContentType="image/png"/>
  <Default Extension="WMA" ContentType="audio/x-ms-wma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4"/>
  </p:notesMasterIdLst>
  <p:handoutMasterIdLst>
    <p:handoutMasterId r:id="rId5"/>
  </p:handoutMasterIdLst>
  <p:sldIdLst>
    <p:sldId id="356" r:id="rId2"/>
    <p:sldId id="357" r:id="rId3"/>
  </p:sldIdLst>
  <p:sldSz cx="9906000" cy="6858000" type="A4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CC"/>
    <a:srgbClr val="990099"/>
    <a:srgbClr val="CC3300"/>
    <a:srgbClr val="FED6F0"/>
    <a:srgbClr val="FDB5F4"/>
    <a:srgbClr val="CCFFCC"/>
    <a:srgbClr val="FFFF99"/>
    <a:srgbClr val="99CCFF"/>
    <a:srgbClr val="99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 autoAdjust="0"/>
    <p:restoredTop sz="94698" autoAdjust="0"/>
  </p:normalViewPr>
  <p:slideViewPr>
    <p:cSldViewPr>
      <p:cViewPr varScale="1">
        <p:scale>
          <a:sx n="92" d="100"/>
          <a:sy n="92" d="100"/>
        </p:scale>
        <p:origin x="893" y="67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2100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25450" y="9613106"/>
            <a:ext cx="3498573" cy="390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r>
              <a:rPr lang="en-GB" dirty="0" err="1" smtClean="0"/>
              <a:t>Vijyaben</a:t>
            </a:r>
            <a:r>
              <a:rPr lang="en-GB" dirty="0" smtClean="0"/>
              <a:t> Bhanderi - 2 September 2017</a:t>
            </a:r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85D13-FA76-4F98-AEC4-7A83435252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1827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1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705" y="1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5604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7875" y="766763"/>
            <a:ext cx="554355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3"/>
            <a:ext cx="5679440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717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0514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r>
              <a:rPr lang="en-GB" smtClean="0"/>
              <a:t>Vijyaben Bhanderi - 2 September 2017</a:t>
            </a:r>
            <a:endParaRPr lang="en-GB"/>
          </a:p>
        </p:txBody>
      </p:sp>
      <p:sp>
        <p:nvSpPr>
          <p:cNvPr id="717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705" y="9720514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B0313B38-AAAC-4BDD-B22B-694F0AEA0C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66573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1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35293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0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smtClean="0"/>
              <a:t>Vijyaben Bhanderi - 2 September 2017</a:t>
            </a:r>
          </a:p>
        </p:txBody>
      </p:sp>
      <p:sp>
        <p:nvSpPr>
          <p:cNvPr id="26627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804763" indent="-309524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38098" indent="-24762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733337" indent="-24762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228576" indent="-24762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723815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219054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714293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209532" indent="-24762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E3D1E5F-9704-4C7C-8640-C25B566B770F}" type="slidenum">
              <a:rPr lang="en-GB" smtClean="0"/>
              <a:pPr eaLnBrk="1" hangingPunct="1"/>
              <a:t>2</a:t>
            </a:fld>
            <a:endParaRPr lang="en-GB" smtClean="0"/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39985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gujaratischools.org/" TargetMode="External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Meeting - 2 September 2017</a:t>
            </a: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D69B983E-33CF-4AE5-A5FD-472CC1D5F1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29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98637"/>
            <a:ext cx="8915400" cy="4525963"/>
          </a:xfrm>
        </p:spPr>
        <p:txBody>
          <a:bodyPr/>
          <a:lstStyle>
            <a:lvl1pPr>
              <a:spcBef>
                <a:spcPts val="400"/>
              </a:spcBef>
              <a:spcAft>
                <a:spcPts val="400"/>
              </a:spcAft>
              <a:defRPr sz="23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ts val="400"/>
              </a:spcBef>
              <a:spcAft>
                <a:spcPts val="400"/>
              </a:spcAft>
              <a:defRPr sz="23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spcBef>
                <a:spcPts val="400"/>
              </a:spcBef>
              <a:spcAft>
                <a:spcPts val="400"/>
              </a:spcAft>
              <a:defRPr sz="23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spcBef>
                <a:spcPts val="400"/>
              </a:spcBef>
              <a:spcAft>
                <a:spcPts val="400"/>
              </a:spcAft>
              <a:defRPr sz="23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spcBef>
                <a:spcPts val="400"/>
              </a:spcBef>
              <a:spcAft>
                <a:spcPts val="400"/>
              </a:spcAft>
              <a:defRPr sz="23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pic>
        <p:nvPicPr>
          <p:cNvPr id="7" name="Picture 6" descr="Consortium of Gujarati Schools">
            <a:hlinkClick r:id="rId2"/>
          </p:cNvPr>
          <p:cNvPicPr/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70" t="8900" r="2240" b="7119"/>
          <a:stretch/>
        </p:blipFill>
        <p:spPr bwMode="auto">
          <a:xfrm>
            <a:off x="3581400" y="143706"/>
            <a:ext cx="2743200" cy="59372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Line 5"/>
          <p:cNvSpPr>
            <a:spLocks noChangeShapeType="1"/>
          </p:cNvSpPr>
          <p:nvPr userDrawn="1"/>
        </p:nvSpPr>
        <p:spPr bwMode="auto">
          <a:xfrm>
            <a:off x="298384" y="632460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11" name="Line 5"/>
          <p:cNvSpPr>
            <a:spLocks noChangeShapeType="1"/>
          </p:cNvSpPr>
          <p:nvPr userDrawn="1"/>
        </p:nvSpPr>
        <p:spPr bwMode="auto">
          <a:xfrm>
            <a:off x="298384" y="1234830"/>
            <a:ext cx="9309233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7315200" y="6423645"/>
            <a:ext cx="2095500" cy="261937"/>
          </a:xfrm>
        </p:spPr>
        <p:txBody>
          <a:bodyPr/>
          <a:lstStyle/>
          <a:p>
            <a:pPr>
              <a:defRPr/>
            </a:pPr>
            <a:r>
              <a:rPr lang="en-GB" smtClean="0"/>
              <a:t>Slide </a:t>
            </a:r>
            <a:fld id="{7144AD7A-C59A-4C48-9326-BE4650446C25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13" name="Rectangle 12"/>
          <p:cNvSpPr/>
          <p:nvPr userDrawn="1"/>
        </p:nvSpPr>
        <p:spPr>
          <a:xfrm>
            <a:off x="4192636" y="6450808"/>
            <a:ext cx="2146293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200" dirty="0" smtClean="0"/>
              <a:t>CGS Training – 21 July 2024</a:t>
            </a:r>
            <a:endParaRPr lang="en-GB" sz="1200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495300" y="6417989"/>
            <a:ext cx="2721066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200" dirty="0" err="1" smtClean="0"/>
              <a:t>Ritaben</a:t>
            </a:r>
            <a:r>
              <a:rPr lang="en-GB" sz="1200" baseline="0" dirty="0" smtClean="0"/>
              <a:t> Kamdar &amp; </a:t>
            </a:r>
            <a:r>
              <a:rPr lang="en-GB" sz="1200" baseline="0" dirty="0" err="1" smtClean="0"/>
              <a:t>Vijyaben</a:t>
            </a:r>
            <a:r>
              <a:rPr lang="en-GB" sz="1200" baseline="0" dirty="0" smtClean="0"/>
              <a:t> Bhanderi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089955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Meeting - 2 September 2017</a:t>
            </a: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4CAF7E54-7F90-4693-B097-837E67F8B67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886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Meeting - 2 September 2017</a:t>
            </a: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7B5D5BD1-6F70-46AF-9CA6-7181ABAB0E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345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Meeting - 2 September 2017</a:t>
            </a: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5E0D91EB-0CEC-4271-834E-F7EEF13FE6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323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Meeting - 2 September 2017</a:t>
            </a: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0F94C785-0396-43F2-8822-3E349AE55A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7671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Meeting - 2 September 2017</a:t>
            </a: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8228507B-26FF-4296-971B-6519A7D70B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162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Meeting - 2 September 2017</a:t>
            </a: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C461B3A7-6C8D-41C4-BE5C-189DA8EB01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346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Meeting - 2 September 2017</a:t>
            </a: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2459A50D-3D2B-413F-B1A9-0F0512D99D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184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Meeting - 2 September 2017</a:t>
            </a: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DA1B3472-1B82-45A0-BBAE-85B8AFF11C3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93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Meeting - 2 September 2017</a:t>
            </a: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7BB27663-34A9-4107-BD98-8FE5C858DA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139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95300" y="1600200"/>
            <a:ext cx="8915400" cy="4525963"/>
          </a:xfrm>
        </p:spPr>
        <p:txBody>
          <a:bodyPr/>
          <a:lstStyle/>
          <a:p>
            <a:pPr lvl="0"/>
            <a:endParaRPr lang="en-GB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CGS Meeting - 2 September 2017</a:t>
            </a: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Slide </a:t>
            </a:r>
            <a:fld id="{9EC72EAD-4B54-4A01-A8FE-B6644F8F58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9676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546850"/>
            <a:ext cx="2806700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r>
              <a:rPr lang="en-US" smtClean="0"/>
              <a:t>Vijyaben Bhanderi</a:t>
            </a:r>
            <a:endParaRPr lang="en-GB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11538" y="6559550"/>
            <a:ext cx="313690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GB" smtClean="0"/>
              <a:t>CGS Meeting - 2 September 2017</a:t>
            </a:r>
            <a:endParaRPr lang="en-GB"/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551613"/>
            <a:ext cx="2311400" cy="261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r>
              <a:rPr lang="en-GB"/>
              <a:t>Slide </a:t>
            </a:r>
            <a:fld id="{7144AD7A-C59A-4C48-9326-BE4650446C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/>
      <p:bldP spid="10240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4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2000"/>
                        <p:tgtEl>
                          <p:spTgt spid="10240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ujarati Radhika 2007" pitchFamily="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MA"/><Relationship Id="rId1" Type="http://schemas.microsoft.com/office/2007/relationships/media" Target="../media/media1.WMA"/><Relationship Id="rId6" Type="http://schemas.microsoft.com/office/2007/relationships/hdphoto" Target="../media/hdphoto2.wdp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WMA"/><Relationship Id="rId1" Type="http://schemas.microsoft.com/office/2007/relationships/media" Target="../media/media2.WMA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1</a:t>
            </a:fld>
            <a:endParaRPr lang="en-GB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585788" y="686068"/>
            <a:ext cx="9309232" cy="559528"/>
          </a:xfrm>
        </p:spPr>
        <p:txBody>
          <a:bodyPr/>
          <a:lstStyle/>
          <a:p>
            <a:r>
              <a:rPr lang="en-GB" sz="2400" dirty="0" smtClean="0">
                <a:solidFill>
                  <a:srgbClr val="0000CC"/>
                </a:solidFill>
              </a:rPr>
              <a:t>Speaking  - Candidate 1 – Foundation Recording</a:t>
            </a:r>
            <a:endParaRPr lang="en-GB" sz="2400" dirty="0">
              <a:solidFill>
                <a:srgbClr val="0000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1324780"/>
            <a:ext cx="9448800" cy="2303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GB" sz="2600" b="1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Pearson </a:t>
            </a:r>
            <a:r>
              <a:rPr lang="en-GB" sz="2600" b="1" dirty="0" smtClean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SAMs -  2018 - Foundation</a:t>
            </a:r>
            <a:r>
              <a:rPr lang="en-GB" sz="2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2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3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300" b="1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1 - STIMULUS </a:t>
            </a:r>
            <a:r>
              <a:rPr lang="en-GB" sz="23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FR8 </a:t>
            </a:r>
            <a:r>
              <a:rPr lang="en-GB" sz="2300" b="1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GB" sz="23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4 </a:t>
            </a:r>
            <a:r>
              <a:rPr lang="en-GB" sz="2300" b="1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Ambitions</a:t>
            </a:r>
            <a:r>
              <a:rPr lang="en-GB" sz="23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2300" b="1" dirty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00" b="1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2 – Picture Card FP9 </a:t>
            </a:r>
            <a:r>
              <a:rPr lang="en-GB" sz="2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Theme 5 </a:t>
            </a:r>
            <a:r>
              <a:rPr lang="en-GB" sz="2200" b="1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GB" sz="22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Environmental Issues</a:t>
            </a:r>
          </a:p>
          <a:p>
            <a:pPr algn="ctr">
              <a:lnSpc>
                <a:spcPct val="130000"/>
              </a:lnSpc>
            </a:pPr>
            <a:r>
              <a:rPr lang="en-GB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3 - Conversation - Part 1 - </a:t>
            </a:r>
            <a:r>
              <a:rPr lang="en-GB" sz="23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3 - School </a:t>
            </a:r>
          </a:p>
          <a:p>
            <a:pPr algn="ctr"/>
            <a:r>
              <a:rPr lang="en-GB" sz="215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3 - Conversation Part 2 </a:t>
            </a:r>
            <a:r>
              <a:rPr lang="en-GB" sz="215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Theme 2 </a:t>
            </a:r>
            <a:r>
              <a:rPr lang="en-GB" sz="215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GB" sz="215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Area, </a:t>
            </a:r>
            <a:r>
              <a:rPr lang="en-GB" sz="215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holidays &amp; </a:t>
            </a:r>
            <a:r>
              <a:rPr lang="en-GB" sz="215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travel</a:t>
            </a:r>
            <a:endParaRPr lang="en-GB" sz="2150" dirty="0">
              <a:solidFill>
                <a:srgbClr val="C00000"/>
              </a:solidFill>
            </a:endParaRPr>
          </a:p>
        </p:txBody>
      </p:sp>
      <p:pic>
        <p:nvPicPr>
          <p:cNvPr id="8" name="Speak Recording - Cand 1 - SAMs pg 70 FR8+Pg 114 FP9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19600" y="4267200"/>
            <a:ext cx="1066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1022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58092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99300" y="6297613"/>
            <a:ext cx="2311400" cy="261937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GB" dirty="0" smtClean="0"/>
              <a:t>Slide </a:t>
            </a:r>
            <a:fld id="{0791107B-2345-4607-ADE7-C5725CF4E4E6}" type="slidenum">
              <a:rPr lang="en-GB" smtClean="0"/>
              <a:pPr eaLnBrk="1" hangingPunct="1"/>
              <a:t>2</a:t>
            </a:fld>
            <a:endParaRPr lang="en-GB" dirty="0" smtClean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585788" y="609674"/>
            <a:ext cx="9309232" cy="685800"/>
          </a:xfrm>
        </p:spPr>
        <p:txBody>
          <a:bodyPr/>
          <a:lstStyle/>
          <a:p>
            <a:r>
              <a:rPr lang="en-GB" sz="2400" dirty="0" smtClean="0">
                <a:solidFill>
                  <a:srgbClr val="0000CC"/>
                </a:solidFill>
              </a:rPr>
              <a:t>Speaking - Candidate 2 - Higher - Recording</a:t>
            </a:r>
            <a:endParaRPr lang="en-GB" sz="2400" dirty="0">
              <a:solidFill>
                <a:srgbClr val="0000C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400" y="1447800"/>
            <a:ext cx="9525000" cy="259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GB" sz="2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Pearson Speaking </a:t>
            </a:r>
            <a:r>
              <a:rPr lang="en-GB" sz="2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 - </a:t>
            </a:r>
            <a:r>
              <a:rPr lang="en-GB" sz="26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2022 - Higher</a:t>
            </a:r>
            <a:r>
              <a:rPr lang="en-GB" sz="225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GB" sz="225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50" b="1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Task 1 - Stimulus HR8 - Theme 4 - Ambitions</a:t>
            </a:r>
            <a:br>
              <a:rPr lang="en-GB" sz="2250" b="1" dirty="0" smtClean="0">
                <a:solidFill>
                  <a:srgbClr val="0066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2250" b="1" dirty="0" smtClean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2 - Picture card HP6  - Theme 5 - Bringing the world together</a:t>
            </a:r>
          </a:p>
          <a:p>
            <a:pPr algn="ctr">
              <a:lnSpc>
                <a:spcPct val="140000"/>
              </a:lnSpc>
            </a:pPr>
            <a:r>
              <a:rPr lang="en-GB" sz="2250" b="1" dirty="0" smtClean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3 - Conversation </a:t>
            </a:r>
            <a:r>
              <a:rPr lang="en-GB" sz="2250" b="1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1 </a:t>
            </a:r>
            <a:r>
              <a:rPr lang="en-GB" sz="2250" b="1" dirty="0" smtClean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GB" sz="2250" b="1" dirty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2 - </a:t>
            </a:r>
            <a:r>
              <a:rPr lang="en-US" sz="2250" b="1" dirty="0">
                <a:solidFill>
                  <a:srgbClr val="990099"/>
                </a:solidFill>
              </a:rPr>
              <a:t>Local area, holiday </a:t>
            </a:r>
            <a:r>
              <a:rPr lang="en-US" sz="2250" b="1" dirty="0" smtClean="0">
                <a:solidFill>
                  <a:srgbClr val="990099"/>
                </a:solidFill>
              </a:rPr>
              <a:t>&amp; travel</a:t>
            </a:r>
            <a:r>
              <a:rPr lang="en-GB" sz="2250" b="1" dirty="0" smtClean="0">
                <a:solidFill>
                  <a:srgbClr val="99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sz="2250" b="1" dirty="0">
              <a:solidFill>
                <a:srgbClr val="9900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40000"/>
              </a:lnSpc>
            </a:pPr>
            <a:r>
              <a:rPr lang="en-GB" sz="225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Conversation </a:t>
            </a:r>
            <a:r>
              <a:rPr lang="en-GB" sz="225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2 - Theme </a:t>
            </a:r>
            <a:r>
              <a:rPr lang="en-GB" sz="225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1 - Daily routine</a:t>
            </a:r>
            <a:endParaRPr lang="en-GB" sz="2250" dirty="0">
              <a:solidFill>
                <a:srgbClr val="990099"/>
              </a:solidFill>
            </a:endParaRPr>
          </a:p>
        </p:txBody>
      </p:sp>
      <p:pic>
        <p:nvPicPr>
          <p:cNvPr id="8" name="Speak Recording - Cand 2 - 2022 - H8+HP6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4410" y="4419600"/>
            <a:ext cx="1240979" cy="124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471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50605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Gujarati Radhika 2007"/>
        <a:ea typeface=""/>
        <a:cs typeface=""/>
      </a:majorFont>
      <a:minorFont>
        <a:latin typeface="Gujarati Radhika 2007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2448</TotalTime>
  <Words>152</Words>
  <Application>Microsoft Office PowerPoint</Application>
  <PresentationFormat>A4 Paper (210x297 mm)</PresentationFormat>
  <Paragraphs>14</Paragraphs>
  <Slides>2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Gujarati Radhika 2007</vt:lpstr>
      <vt:lpstr>Default Design</vt:lpstr>
      <vt:lpstr>Speaking  - Candidate 1 – Foundation Recording</vt:lpstr>
      <vt:lpstr>Speaking - Candidate 2 - Higher - Recording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</dc:title>
  <dc:creator>-</dc:creator>
  <cp:lastModifiedBy>Mum</cp:lastModifiedBy>
  <cp:revision>643</cp:revision>
  <cp:lastPrinted>2017-08-26T17:01:56Z</cp:lastPrinted>
  <dcterms:created xsi:type="dcterms:W3CDTF">2006-02-14T11:19:14Z</dcterms:created>
  <dcterms:modified xsi:type="dcterms:W3CDTF">2024-07-18T07:52:30Z</dcterms:modified>
</cp:coreProperties>
</file>