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8"/>
  </p:notesMasterIdLst>
  <p:handoutMasterIdLst>
    <p:handoutMasterId r:id="rId29"/>
  </p:handoutMasterIdLst>
  <p:sldIdLst>
    <p:sldId id="361" r:id="rId2"/>
    <p:sldId id="344" r:id="rId3"/>
    <p:sldId id="355" r:id="rId4"/>
    <p:sldId id="345" r:id="rId5"/>
    <p:sldId id="358" r:id="rId6"/>
    <p:sldId id="350" r:id="rId7"/>
    <p:sldId id="359" r:id="rId8"/>
    <p:sldId id="341" r:id="rId9"/>
    <p:sldId id="357" r:id="rId10"/>
    <p:sldId id="352" r:id="rId11"/>
    <p:sldId id="356" r:id="rId12"/>
    <p:sldId id="342" r:id="rId13"/>
    <p:sldId id="354" r:id="rId14"/>
    <p:sldId id="360"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Lst>
  <p:sldSz cx="9906000" cy="6858000" type="A4"/>
  <p:notesSz cx="7315200" cy="9601200"/>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CC"/>
    <a:srgbClr val="990099"/>
    <a:srgbClr val="99CCFF"/>
    <a:srgbClr val="CC3300"/>
    <a:srgbClr val="993366"/>
    <a:srgbClr val="CC0066"/>
    <a:srgbClr val="000066"/>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98" autoAdjust="0"/>
  </p:normalViewPr>
  <p:slideViewPr>
    <p:cSldViewPr>
      <p:cViewPr varScale="1">
        <p:scale>
          <a:sx n="92" d="100"/>
          <a:sy n="92" d="100"/>
        </p:scale>
        <p:origin x="893" y="67"/>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66" d="100"/>
          <a:sy n="66" d="100"/>
        </p:scale>
        <p:origin x="2366"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0" name="Rectangle 4"/>
          <p:cNvSpPr>
            <a:spLocks noGrp="1" noChangeArrowheads="1"/>
          </p:cNvSpPr>
          <p:nvPr>
            <p:ph type="ftr" sz="quarter" idx="2"/>
          </p:nvPr>
        </p:nvSpPr>
        <p:spPr bwMode="auto">
          <a:xfrm>
            <a:off x="438389" y="9018158"/>
            <a:ext cx="3604970" cy="366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sz="1300"/>
            </a:lvl1pPr>
          </a:lstStyle>
          <a:p>
            <a:pPr>
              <a:defRPr/>
            </a:pPr>
            <a:r>
              <a:rPr lang="en-GB" smtClean="0"/>
              <a:t>Vijyaben Bhanderi - 8 September 2024</a:t>
            </a:r>
            <a:endParaRPr lang="en-GB" dirty="0"/>
          </a:p>
        </p:txBody>
      </p:sp>
      <p:sp>
        <p:nvSpPr>
          <p:cNvPr id="2" name="Slide Number Placeholder 1"/>
          <p:cNvSpPr>
            <a:spLocks noGrp="1"/>
          </p:cNvSpPr>
          <p:nvPr>
            <p:ph type="sldNum" sz="quarter" idx="3"/>
          </p:nvPr>
        </p:nvSpPr>
        <p:spPr>
          <a:xfrm>
            <a:off x="4143427" y="9120172"/>
            <a:ext cx="3170138" cy="481028"/>
          </a:xfrm>
          <a:prstGeom prst="rect">
            <a:avLst/>
          </a:prstGeom>
        </p:spPr>
        <p:txBody>
          <a:bodyPr vert="horz" lIns="91440" tIns="45720" rIns="91440" bIns="45720" rtlCol="0" anchor="b"/>
          <a:lstStyle>
            <a:lvl1pPr algn="r">
              <a:defRPr sz="1200"/>
            </a:lvl1pPr>
          </a:lstStyle>
          <a:p>
            <a:fld id="{36985D13-FA76-4F98-AEC4-7A83435252B1}" type="slidenum">
              <a:rPr lang="en-GB" smtClean="0"/>
              <a:t>‹#›</a:t>
            </a:fld>
            <a:endParaRPr lang="en-GB" dirty="0"/>
          </a:p>
        </p:txBody>
      </p:sp>
    </p:spTree>
    <p:extLst>
      <p:ext uri="{BB962C8B-B14F-4D97-AF65-F5344CB8AC3E}">
        <p14:creationId xmlns:p14="http://schemas.microsoft.com/office/powerpoint/2010/main" val="24311827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026"/>
          <p:cNvSpPr>
            <a:spLocks noGrp="1" noChangeArrowheads="1"/>
          </p:cNvSpPr>
          <p:nvPr>
            <p:ph type="hdr" sz="quarter"/>
          </p:nvPr>
        </p:nvSpPr>
        <p:spPr bwMode="auto">
          <a:xfrm>
            <a:off x="1" y="2"/>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z="1300"/>
            </a:lvl1pPr>
          </a:lstStyle>
          <a:p>
            <a:pPr>
              <a:defRPr/>
            </a:pPr>
            <a:endParaRPr lang="en-GB" dirty="0"/>
          </a:p>
        </p:txBody>
      </p:sp>
      <p:sp>
        <p:nvSpPr>
          <p:cNvPr id="7171" name="Rectangle 1027"/>
          <p:cNvSpPr>
            <a:spLocks noGrp="1" noChangeArrowheads="1"/>
          </p:cNvSpPr>
          <p:nvPr>
            <p:ph type="dt" idx="1"/>
          </p:nvPr>
        </p:nvSpPr>
        <p:spPr bwMode="auto">
          <a:xfrm>
            <a:off x="4144011" y="2"/>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sz="1300"/>
            </a:lvl1pPr>
          </a:lstStyle>
          <a:p>
            <a:pPr>
              <a:defRPr/>
            </a:pPr>
            <a:endParaRPr lang="en-GB" dirty="0"/>
          </a:p>
        </p:txBody>
      </p:sp>
      <p:sp>
        <p:nvSpPr>
          <p:cNvPr id="25604" name="Rectangle 1028"/>
          <p:cNvSpPr>
            <a:spLocks noGrp="1" noRot="1" noChangeAspect="1" noChangeArrowheads="1" noTextEdit="1"/>
          </p:cNvSpPr>
          <p:nvPr>
            <p:ph type="sldImg" idx="2"/>
          </p:nvPr>
        </p:nvSpPr>
        <p:spPr bwMode="auto">
          <a:xfrm>
            <a:off x="1057275" y="719138"/>
            <a:ext cx="520065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1029"/>
          <p:cNvSpPr>
            <a:spLocks noGrp="1" noChangeArrowheads="1"/>
          </p:cNvSpPr>
          <p:nvPr>
            <p:ph type="body" sz="quarter" idx="3"/>
          </p:nvPr>
        </p:nvSpPr>
        <p:spPr bwMode="auto">
          <a:xfrm>
            <a:off x="731520" y="4560572"/>
            <a:ext cx="5852160" cy="4320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7174" name="Rectangle 1030"/>
          <p:cNvSpPr>
            <a:spLocks noGrp="1" noChangeArrowheads="1"/>
          </p:cNvSpPr>
          <p:nvPr>
            <p:ph type="ftr" sz="quarter" idx="4"/>
          </p:nvPr>
        </p:nvSpPr>
        <p:spPr bwMode="auto">
          <a:xfrm>
            <a:off x="1" y="9118919"/>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sz="1300"/>
            </a:lvl1pPr>
          </a:lstStyle>
          <a:p>
            <a:pPr>
              <a:defRPr/>
            </a:pPr>
            <a:r>
              <a:rPr lang="en-GB" smtClean="0"/>
              <a:t>Vijyaben Bhanderi - 8 September 2024</a:t>
            </a:r>
            <a:endParaRPr lang="en-GB" dirty="0"/>
          </a:p>
        </p:txBody>
      </p:sp>
      <p:sp>
        <p:nvSpPr>
          <p:cNvPr id="7175" name="Rectangle 1031"/>
          <p:cNvSpPr>
            <a:spLocks noGrp="1" noChangeArrowheads="1"/>
          </p:cNvSpPr>
          <p:nvPr>
            <p:ph type="sldNum" sz="quarter" idx="5"/>
          </p:nvPr>
        </p:nvSpPr>
        <p:spPr bwMode="auto">
          <a:xfrm>
            <a:off x="4144011" y="9118919"/>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sz="1300"/>
            </a:lvl1pPr>
          </a:lstStyle>
          <a:p>
            <a:pPr>
              <a:defRPr/>
            </a:pPr>
            <a:fld id="{B0313B38-AAAC-4BDD-B22B-694F0AEA0CE5}" type="slidenum">
              <a:rPr lang="en-GB"/>
              <a:pPr>
                <a:defRPr/>
              </a:pPr>
              <a:t>‹#›</a:t>
            </a:fld>
            <a:endParaRPr lang="en-GB" dirty="0"/>
          </a:p>
        </p:txBody>
      </p:sp>
    </p:spTree>
    <p:extLst>
      <p:ext uri="{BB962C8B-B14F-4D97-AF65-F5344CB8AC3E}">
        <p14:creationId xmlns:p14="http://schemas.microsoft.com/office/powerpoint/2010/main" val="1585665731"/>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
        <p:nvSpPr>
          <p:cNvPr id="2" name="Header Placeholder 1"/>
          <p:cNvSpPr>
            <a:spLocks noGrp="1"/>
          </p:cNvSpPr>
          <p:nvPr>
            <p:ph type="hdr" sz="quarter" idx="10"/>
          </p:nvPr>
        </p:nvSpPr>
        <p:spPr/>
        <p:txBody>
          <a:bodyPr/>
          <a:lstStyle/>
          <a:p>
            <a:pPr>
              <a:defRPr/>
            </a:pPr>
            <a:r>
              <a:rPr lang="en-US" smtClean="0"/>
              <a:t>CGS Course - 21 July 2024</a:t>
            </a:r>
            <a:endParaRPr lang="en-GB"/>
          </a:p>
        </p:txBody>
      </p:sp>
    </p:spTree>
    <p:extLst>
      <p:ext uri="{BB962C8B-B14F-4D97-AF65-F5344CB8AC3E}">
        <p14:creationId xmlns:p14="http://schemas.microsoft.com/office/powerpoint/2010/main" val="262980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116085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3</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3074024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4</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186036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5</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26341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6</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1926754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7</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2157161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8</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2327837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9</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3482394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10</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943924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11</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607126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12</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3102581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13</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656803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endParaRPr lang="en-GB" dirty="0" smtClean="0"/>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14</a:t>
            </a:fld>
            <a:endParaRPr lang="en-GB" dirty="0"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dirty="0" smtClean="0"/>
          </a:p>
        </p:txBody>
      </p:sp>
    </p:spTree>
    <p:extLst>
      <p:ext uri="{BB962C8B-B14F-4D97-AF65-F5344CB8AC3E}">
        <p14:creationId xmlns:p14="http://schemas.microsoft.com/office/powerpoint/2010/main" val="2102088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15</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801745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16</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938494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17</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26726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18</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35353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19</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587311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20</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771489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21</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829327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Vijyaben Bhanderi - 8 September 2024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22</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707261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Ritaben Kamdar &amp; Vijyaben Bhanderi-21/7/24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23</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05636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Ritaben Kamdar &amp; Vijyaben Bhanderi-21/7/24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24</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319639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Ritaben Kamdar &amp; Vijyaben Bhanderi-21/7/24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25</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33016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0"/>
          <p:cNvSpPr>
            <a:spLocks noGrp="1" noChangeArrowheads="1"/>
          </p:cNvSpPr>
          <p:nvPr>
            <p:ph type="ftr" sz="quarter" idx="4"/>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r>
              <a:rPr lang="en-GB" smtClean="0"/>
              <a:t>Ritaben Kamdar &amp; Vijyaben Bhanderi-21/7/24</a:t>
            </a:r>
          </a:p>
        </p:txBody>
      </p:sp>
      <p:sp>
        <p:nvSpPr>
          <p:cNvPr id="26627" name="Rectangle 1031"/>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804763" indent="-309524" eaLnBrk="0" hangingPunct="0">
              <a:defRPr>
                <a:solidFill>
                  <a:schemeClr val="tx1"/>
                </a:solidFill>
                <a:latin typeface="Arial" charset="0"/>
              </a:defRPr>
            </a:lvl2pPr>
            <a:lvl3pPr marL="1238098" indent="-247620" eaLnBrk="0" hangingPunct="0">
              <a:defRPr>
                <a:solidFill>
                  <a:schemeClr val="tx1"/>
                </a:solidFill>
                <a:latin typeface="Arial" charset="0"/>
              </a:defRPr>
            </a:lvl3pPr>
            <a:lvl4pPr marL="1733337" indent="-247620" eaLnBrk="0" hangingPunct="0">
              <a:defRPr>
                <a:solidFill>
                  <a:schemeClr val="tx1"/>
                </a:solidFill>
                <a:latin typeface="Arial" charset="0"/>
              </a:defRPr>
            </a:lvl4pPr>
            <a:lvl5pPr marL="2228576" indent="-247620" eaLnBrk="0" hangingPunct="0">
              <a:defRPr>
                <a:solidFill>
                  <a:schemeClr val="tx1"/>
                </a:solidFill>
                <a:latin typeface="Arial" charset="0"/>
              </a:defRPr>
            </a:lvl5pPr>
            <a:lvl6pPr marL="2723815" indent="-247620" eaLnBrk="0" fontAlgn="base" hangingPunct="0">
              <a:spcBef>
                <a:spcPct val="0"/>
              </a:spcBef>
              <a:spcAft>
                <a:spcPct val="0"/>
              </a:spcAft>
              <a:defRPr>
                <a:solidFill>
                  <a:schemeClr val="tx1"/>
                </a:solidFill>
                <a:latin typeface="Arial" charset="0"/>
              </a:defRPr>
            </a:lvl6pPr>
            <a:lvl7pPr marL="3219054" indent="-247620" eaLnBrk="0" fontAlgn="base" hangingPunct="0">
              <a:spcBef>
                <a:spcPct val="0"/>
              </a:spcBef>
              <a:spcAft>
                <a:spcPct val="0"/>
              </a:spcAft>
              <a:defRPr>
                <a:solidFill>
                  <a:schemeClr val="tx1"/>
                </a:solidFill>
                <a:latin typeface="Arial" charset="0"/>
              </a:defRPr>
            </a:lvl7pPr>
            <a:lvl8pPr marL="3714293" indent="-247620" eaLnBrk="0" fontAlgn="base" hangingPunct="0">
              <a:spcBef>
                <a:spcPct val="0"/>
              </a:spcBef>
              <a:spcAft>
                <a:spcPct val="0"/>
              </a:spcAft>
              <a:defRPr>
                <a:solidFill>
                  <a:schemeClr val="tx1"/>
                </a:solidFill>
                <a:latin typeface="Arial" charset="0"/>
              </a:defRPr>
            </a:lvl8pPr>
            <a:lvl9pPr marL="4209532" indent="-247620" eaLnBrk="0" fontAlgn="base" hangingPunct="0">
              <a:spcBef>
                <a:spcPct val="0"/>
              </a:spcBef>
              <a:spcAft>
                <a:spcPct val="0"/>
              </a:spcAft>
              <a:defRPr>
                <a:solidFill>
                  <a:schemeClr val="tx1"/>
                </a:solidFill>
                <a:latin typeface="Arial" charset="0"/>
              </a:defRPr>
            </a:lvl9pPr>
          </a:lstStyle>
          <a:p>
            <a:pPr eaLnBrk="1" hangingPunct="1"/>
            <a:fld id="{EE3D1E5F-9704-4C7C-8640-C25B566B770F}" type="slidenum">
              <a:rPr lang="en-GB" smtClean="0"/>
              <a:pPr eaLnBrk="1" hangingPunct="1"/>
              <a:t>26</a:t>
            </a:fld>
            <a:endParaRPr lang="en-GB" smtClean="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652143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ujaratischools.org/" TargetMode="External"/><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5"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6" name="Rectangle 6"/>
          <p:cNvSpPr>
            <a:spLocks noGrp="1" noChangeArrowheads="1"/>
          </p:cNvSpPr>
          <p:nvPr>
            <p:ph type="sldNum" sz="quarter" idx="12"/>
          </p:nvPr>
        </p:nvSpPr>
        <p:spPr>
          <a:ln/>
        </p:spPr>
        <p:txBody>
          <a:bodyPr/>
          <a:lstStyle>
            <a:lvl1pPr>
              <a:defRPr/>
            </a:lvl1pPr>
          </a:lstStyle>
          <a:p>
            <a:pPr>
              <a:defRPr/>
            </a:pPr>
            <a:r>
              <a:rPr lang="en-GB" dirty="0"/>
              <a:t>Slide </a:t>
            </a:r>
            <a:fld id="{D69B983E-33CF-4AE5-A5FD-472CC1D5F117}" type="slidenum">
              <a:rPr lang="en-GB"/>
              <a:pPr>
                <a:defRPr/>
              </a:pPr>
              <a:t>‹#›</a:t>
            </a:fld>
            <a:endParaRPr lang="en-GB" dirty="0"/>
          </a:p>
        </p:txBody>
      </p:sp>
    </p:spTree>
    <p:extLst>
      <p:ext uri="{BB962C8B-B14F-4D97-AF65-F5344CB8AC3E}">
        <p14:creationId xmlns:p14="http://schemas.microsoft.com/office/powerpoint/2010/main" val="310629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b="1">
                <a:solidFill>
                  <a:srgbClr val="C00000"/>
                </a:solidFill>
                <a:latin typeface="Arial" panose="020B0604020202020204" pitchFamily="34" charset="0"/>
                <a:cs typeface="Arial" panose="020B0604020202020204" pitchFamily="34" charset="0"/>
              </a:defRPr>
            </a:lvl1pPr>
          </a:lstStyle>
          <a:p>
            <a:r>
              <a:rPr lang="en-US" dirty="0" smtClean="0"/>
              <a:t>Click to edit Master title style</a:t>
            </a:r>
            <a:endParaRPr lang="en-GB" dirty="0"/>
          </a:p>
        </p:txBody>
      </p:sp>
      <p:sp>
        <p:nvSpPr>
          <p:cNvPr id="3" name="Content Placeholder 2"/>
          <p:cNvSpPr>
            <a:spLocks noGrp="1"/>
          </p:cNvSpPr>
          <p:nvPr>
            <p:ph idx="1"/>
          </p:nvPr>
        </p:nvSpPr>
        <p:spPr>
          <a:xfrm>
            <a:off x="495300" y="1503055"/>
            <a:ext cx="8915400" cy="4525963"/>
          </a:xfrm>
        </p:spPr>
        <p:txBody>
          <a:bodyPr/>
          <a:lstStyle>
            <a:lvl1pPr>
              <a:spcBef>
                <a:spcPts val="400"/>
              </a:spcBef>
              <a:spcAft>
                <a:spcPts val="400"/>
              </a:spcAft>
              <a:defRPr sz="2300">
                <a:latin typeface="Arial" panose="020B0604020202020204" pitchFamily="34" charset="0"/>
                <a:cs typeface="Arial" panose="020B0604020202020204" pitchFamily="34" charset="0"/>
              </a:defRPr>
            </a:lvl1pPr>
            <a:lvl2pPr>
              <a:spcBef>
                <a:spcPts val="400"/>
              </a:spcBef>
              <a:spcAft>
                <a:spcPts val="400"/>
              </a:spcAft>
              <a:defRPr sz="2300">
                <a:latin typeface="Arial" panose="020B0604020202020204" pitchFamily="34" charset="0"/>
                <a:cs typeface="Arial" panose="020B0604020202020204" pitchFamily="34" charset="0"/>
              </a:defRPr>
            </a:lvl2pPr>
            <a:lvl3pPr>
              <a:spcBef>
                <a:spcPts val="400"/>
              </a:spcBef>
              <a:spcAft>
                <a:spcPts val="400"/>
              </a:spcAft>
              <a:defRPr sz="2300">
                <a:latin typeface="Arial" panose="020B0604020202020204" pitchFamily="34" charset="0"/>
                <a:cs typeface="Arial" panose="020B0604020202020204" pitchFamily="34" charset="0"/>
              </a:defRPr>
            </a:lvl3pPr>
            <a:lvl4pPr>
              <a:spcBef>
                <a:spcPts val="400"/>
              </a:spcBef>
              <a:spcAft>
                <a:spcPts val="400"/>
              </a:spcAft>
              <a:defRPr sz="2300">
                <a:latin typeface="Arial" panose="020B0604020202020204" pitchFamily="34" charset="0"/>
                <a:cs typeface="Arial" panose="020B0604020202020204" pitchFamily="34" charset="0"/>
              </a:defRPr>
            </a:lvl4pPr>
            <a:lvl5pPr>
              <a:spcBef>
                <a:spcPts val="400"/>
              </a:spcBef>
              <a:spcAft>
                <a:spcPts val="400"/>
              </a:spcAft>
              <a:defRPr sz="23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pic>
        <p:nvPicPr>
          <p:cNvPr id="7" name="Picture 6" descr="Consortium of Gujarati Schools">
            <a:hlinkClick r:id="rId2"/>
          </p:cNvPr>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1770" t="8900" r="2240" b="7119"/>
          <a:stretch/>
        </p:blipFill>
        <p:spPr bwMode="auto">
          <a:xfrm>
            <a:off x="3581400" y="92077"/>
            <a:ext cx="2743200" cy="593724"/>
          </a:xfrm>
          <a:prstGeom prst="rect">
            <a:avLst/>
          </a:prstGeom>
          <a:noFill/>
          <a:ln>
            <a:noFill/>
          </a:ln>
          <a:extLst>
            <a:ext uri="{53640926-AAD7-44D8-BBD7-CCE9431645EC}">
              <a14:shadowObscured xmlns:a14="http://schemas.microsoft.com/office/drawing/2010/main"/>
            </a:ext>
          </a:extLst>
        </p:spPr>
      </p:pic>
      <p:sp>
        <p:nvSpPr>
          <p:cNvPr id="10" name="Line 5"/>
          <p:cNvSpPr>
            <a:spLocks noChangeShapeType="1"/>
          </p:cNvSpPr>
          <p:nvPr userDrawn="1"/>
        </p:nvSpPr>
        <p:spPr bwMode="auto">
          <a:xfrm>
            <a:off x="298384" y="6258165"/>
            <a:ext cx="9309233"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11" name="Line 5"/>
          <p:cNvSpPr>
            <a:spLocks noChangeShapeType="1"/>
          </p:cNvSpPr>
          <p:nvPr userDrawn="1"/>
        </p:nvSpPr>
        <p:spPr bwMode="auto">
          <a:xfrm>
            <a:off x="298384" y="1250460"/>
            <a:ext cx="9309233"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12" name="Slide Number Placeholder 11"/>
          <p:cNvSpPr>
            <a:spLocks noGrp="1"/>
          </p:cNvSpPr>
          <p:nvPr>
            <p:ph type="sldNum" sz="quarter" idx="12"/>
          </p:nvPr>
        </p:nvSpPr>
        <p:spPr>
          <a:xfrm>
            <a:off x="7315200" y="6408015"/>
            <a:ext cx="2095500" cy="261937"/>
          </a:xfrm>
        </p:spPr>
        <p:txBody>
          <a:bodyPr/>
          <a:lstStyle/>
          <a:p>
            <a:pPr>
              <a:defRPr/>
            </a:pPr>
            <a:r>
              <a:rPr lang="en-GB" dirty="0" smtClean="0"/>
              <a:t>Slide </a:t>
            </a:r>
            <a:fld id="{7144AD7A-C59A-4C48-9326-BE4650446C25}" type="slidenum">
              <a:rPr lang="en-GB" smtClean="0"/>
              <a:pPr>
                <a:defRPr/>
              </a:pPr>
              <a:t>‹#›</a:t>
            </a:fld>
            <a:endParaRPr lang="en-GB" dirty="0"/>
          </a:p>
        </p:txBody>
      </p:sp>
      <p:sp>
        <p:nvSpPr>
          <p:cNvPr id="13" name="Rectangle 12"/>
          <p:cNvSpPr/>
          <p:nvPr userDrawn="1"/>
        </p:nvSpPr>
        <p:spPr>
          <a:xfrm>
            <a:off x="3963658" y="6401505"/>
            <a:ext cx="2615973" cy="276999"/>
          </a:xfrm>
          <a:prstGeom prst="rect">
            <a:avLst/>
          </a:prstGeom>
        </p:spPr>
        <p:txBody>
          <a:bodyPr wrap="none">
            <a:spAutoFit/>
          </a:bodyPr>
          <a:ls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sz="1200" dirty="0" smtClean="0"/>
              <a:t>CGS Training – </a:t>
            </a:r>
            <a:r>
              <a:rPr lang="en-GB" sz="1200" dirty="0" smtClean="0"/>
              <a:t>8 September </a:t>
            </a:r>
            <a:r>
              <a:rPr lang="en-GB" sz="1200" dirty="0" smtClean="0"/>
              <a:t>2024</a:t>
            </a:r>
            <a:endParaRPr lang="en-GB" sz="1200" dirty="0"/>
          </a:p>
        </p:txBody>
      </p:sp>
      <p:sp>
        <p:nvSpPr>
          <p:cNvPr id="14" name="Rectangle 13"/>
          <p:cNvSpPr/>
          <p:nvPr userDrawn="1"/>
        </p:nvSpPr>
        <p:spPr>
          <a:xfrm>
            <a:off x="495300" y="6401506"/>
            <a:ext cx="2721066" cy="276999"/>
          </a:xfrm>
          <a:prstGeom prst="rect">
            <a:avLst/>
          </a:prstGeom>
        </p:spPr>
        <p:txBody>
          <a:bodyPr wrap="none">
            <a:spAutoFit/>
          </a:bodyPr>
          <a:ls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sz="1200" dirty="0" smtClean="0"/>
              <a:t>Ritaben</a:t>
            </a:r>
            <a:r>
              <a:rPr lang="en-GB" sz="1200" baseline="0" dirty="0" smtClean="0"/>
              <a:t> Kamdar &amp; Vijyaben Bhanderi</a:t>
            </a:r>
            <a:endParaRPr lang="en-GB" sz="1200" dirty="0"/>
          </a:p>
        </p:txBody>
      </p:sp>
    </p:spTree>
    <p:extLst>
      <p:ext uri="{BB962C8B-B14F-4D97-AF65-F5344CB8AC3E}">
        <p14:creationId xmlns:p14="http://schemas.microsoft.com/office/powerpoint/2010/main" val="1089955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5"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6" name="Rectangle 6"/>
          <p:cNvSpPr>
            <a:spLocks noGrp="1" noChangeArrowheads="1"/>
          </p:cNvSpPr>
          <p:nvPr>
            <p:ph type="sldNum" sz="quarter" idx="12"/>
          </p:nvPr>
        </p:nvSpPr>
        <p:spPr>
          <a:ln/>
        </p:spPr>
        <p:txBody>
          <a:bodyPr/>
          <a:lstStyle>
            <a:lvl1pPr>
              <a:defRPr/>
            </a:lvl1pPr>
          </a:lstStyle>
          <a:p>
            <a:pPr>
              <a:defRPr/>
            </a:pPr>
            <a:r>
              <a:rPr lang="en-GB" dirty="0"/>
              <a:t>Slide </a:t>
            </a:r>
            <a:fld id="{4CAF7E54-7F90-4693-B097-837E67F8B675}" type="slidenum">
              <a:rPr lang="en-GB"/>
              <a:pPr>
                <a:defRPr/>
              </a:pPr>
              <a:t>‹#›</a:t>
            </a:fld>
            <a:endParaRPr lang="en-GB" dirty="0"/>
          </a:p>
        </p:txBody>
      </p:sp>
    </p:spTree>
    <p:extLst>
      <p:ext uri="{BB962C8B-B14F-4D97-AF65-F5344CB8AC3E}">
        <p14:creationId xmlns:p14="http://schemas.microsoft.com/office/powerpoint/2010/main" val="156988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6"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7" name="Rectangle 6"/>
          <p:cNvSpPr>
            <a:spLocks noGrp="1" noChangeArrowheads="1"/>
          </p:cNvSpPr>
          <p:nvPr>
            <p:ph type="sldNum" sz="quarter" idx="12"/>
          </p:nvPr>
        </p:nvSpPr>
        <p:spPr>
          <a:ln/>
        </p:spPr>
        <p:txBody>
          <a:bodyPr/>
          <a:lstStyle>
            <a:lvl1pPr>
              <a:defRPr/>
            </a:lvl1pPr>
          </a:lstStyle>
          <a:p>
            <a:pPr>
              <a:defRPr/>
            </a:pPr>
            <a:r>
              <a:rPr lang="en-GB" dirty="0"/>
              <a:t>Slide </a:t>
            </a:r>
            <a:fld id="{7B5D5BD1-6F70-46AF-9CA6-7181ABAB0E7C}" type="slidenum">
              <a:rPr lang="en-GB"/>
              <a:pPr>
                <a:defRPr/>
              </a:pPr>
              <a:t>‹#›</a:t>
            </a:fld>
            <a:endParaRPr lang="en-GB" dirty="0"/>
          </a:p>
        </p:txBody>
      </p:sp>
    </p:spTree>
    <p:extLst>
      <p:ext uri="{BB962C8B-B14F-4D97-AF65-F5344CB8AC3E}">
        <p14:creationId xmlns:p14="http://schemas.microsoft.com/office/powerpoint/2010/main" val="100345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8"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9" name="Rectangle 6"/>
          <p:cNvSpPr>
            <a:spLocks noGrp="1" noChangeArrowheads="1"/>
          </p:cNvSpPr>
          <p:nvPr>
            <p:ph type="sldNum" sz="quarter" idx="12"/>
          </p:nvPr>
        </p:nvSpPr>
        <p:spPr>
          <a:ln/>
        </p:spPr>
        <p:txBody>
          <a:bodyPr/>
          <a:lstStyle>
            <a:lvl1pPr>
              <a:defRPr/>
            </a:lvl1pPr>
          </a:lstStyle>
          <a:p>
            <a:pPr>
              <a:defRPr/>
            </a:pPr>
            <a:r>
              <a:rPr lang="en-GB" dirty="0"/>
              <a:t>Slide </a:t>
            </a:r>
            <a:fld id="{5E0D91EB-0CEC-4271-834E-F7EEF13FE6EE}" type="slidenum">
              <a:rPr lang="en-GB"/>
              <a:pPr>
                <a:defRPr/>
              </a:pPr>
              <a:t>‹#›</a:t>
            </a:fld>
            <a:endParaRPr lang="en-GB" dirty="0"/>
          </a:p>
        </p:txBody>
      </p:sp>
    </p:spTree>
    <p:extLst>
      <p:ext uri="{BB962C8B-B14F-4D97-AF65-F5344CB8AC3E}">
        <p14:creationId xmlns:p14="http://schemas.microsoft.com/office/powerpoint/2010/main" val="237032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4"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5" name="Rectangle 6"/>
          <p:cNvSpPr>
            <a:spLocks noGrp="1" noChangeArrowheads="1"/>
          </p:cNvSpPr>
          <p:nvPr>
            <p:ph type="sldNum" sz="quarter" idx="12"/>
          </p:nvPr>
        </p:nvSpPr>
        <p:spPr>
          <a:ln/>
        </p:spPr>
        <p:txBody>
          <a:bodyPr/>
          <a:lstStyle>
            <a:lvl1pPr>
              <a:defRPr/>
            </a:lvl1pPr>
          </a:lstStyle>
          <a:p>
            <a:pPr>
              <a:defRPr/>
            </a:pPr>
            <a:r>
              <a:rPr lang="en-GB" dirty="0"/>
              <a:t>Slide </a:t>
            </a:r>
            <a:fld id="{0F94C785-0396-43F2-8822-3E349AE55AA1}" type="slidenum">
              <a:rPr lang="en-GB"/>
              <a:pPr>
                <a:defRPr/>
              </a:pPr>
              <a:t>‹#›</a:t>
            </a:fld>
            <a:endParaRPr lang="en-GB" dirty="0"/>
          </a:p>
        </p:txBody>
      </p:sp>
    </p:spTree>
    <p:extLst>
      <p:ext uri="{BB962C8B-B14F-4D97-AF65-F5344CB8AC3E}">
        <p14:creationId xmlns:p14="http://schemas.microsoft.com/office/powerpoint/2010/main" val="2337671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3"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4" name="Rectangle 6"/>
          <p:cNvSpPr>
            <a:spLocks noGrp="1" noChangeArrowheads="1"/>
          </p:cNvSpPr>
          <p:nvPr>
            <p:ph type="sldNum" sz="quarter" idx="12"/>
          </p:nvPr>
        </p:nvSpPr>
        <p:spPr>
          <a:ln/>
        </p:spPr>
        <p:txBody>
          <a:bodyPr/>
          <a:lstStyle>
            <a:lvl1pPr>
              <a:defRPr/>
            </a:lvl1pPr>
          </a:lstStyle>
          <a:p>
            <a:pPr>
              <a:defRPr/>
            </a:pPr>
            <a:r>
              <a:rPr lang="en-GB" dirty="0"/>
              <a:t>Slide </a:t>
            </a:r>
            <a:fld id="{8228507B-26FF-4296-971B-6519A7D70B55}" type="slidenum">
              <a:rPr lang="en-GB"/>
              <a:pPr>
                <a:defRPr/>
              </a:pPr>
              <a:t>‹#›</a:t>
            </a:fld>
            <a:endParaRPr lang="en-GB" dirty="0"/>
          </a:p>
        </p:txBody>
      </p:sp>
    </p:spTree>
    <p:extLst>
      <p:ext uri="{BB962C8B-B14F-4D97-AF65-F5344CB8AC3E}">
        <p14:creationId xmlns:p14="http://schemas.microsoft.com/office/powerpoint/2010/main" val="2510162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6"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7" name="Rectangle 6"/>
          <p:cNvSpPr>
            <a:spLocks noGrp="1" noChangeArrowheads="1"/>
          </p:cNvSpPr>
          <p:nvPr>
            <p:ph type="sldNum" sz="quarter" idx="12"/>
          </p:nvPr>
        </p:nvSpPr>
        <p:spPr>
          <a:ln/>
        </p:spPr>
        <p:txBody>
          <a:bodyPr/>
          <a:lstStyle>
            <a:lvl1pPr>
              <a:defRPr/>
            </a:lvl1pPr>
          </a:lstStyle>
          <a:p>
            <a:pPr>
              <a:defRPr/>
            </a:pPr>
            <a:r>
              <a:rPr lang="en-GB" dirty="0"/>
              <a:t>Slide </a:t>
            </a:r>
            <a:fld id="{C461B3A7-6C8D-41C4-BE5C-189DA8EB0173}" type="slidenum">
              <a:rPr lang="en-GB"/>
              <a:pPr>
                <a:defRPr/>
              </a:pPr>
              <a:t>‹#›</a:t>
            </a:fld>
            <a:endParaRPr lang="en-GB" dirty="0"/>
          </a:p>
        </p:txBody>
      </p:sp>
    </p:spTree>
    <p:extLst>
      <p:ext uri="{BB962C8B-B14F-4D97-AF65-F5344CB8AC3E}">
        <p14:creationId xmlns:p14="http://schemas.microsoft.com/office/powerpoint/2010/main" val="1445346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6"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7" name="Rectangle 6"/>
          <p:cNvSpPr>
            <a:spLocks noGrp="1" noChangeArrowheads="1"/>
          </p:cNvSpPr>
          <p:nvPr>
            <p:ph type="sldNum" sz="quarter" idx="12"/>
          </p:nvPr>
        </p:nvSpPr>
        <p:spPr>
          <a:ln/>
        </p:spPr>
        <p:txBody>
          <a:bodyPr/>
          <a:lstStyle>
            <a:lvl1pPr>
              <a:defRPr/>
            </a:lvl1pPr>
          </a:lstStyle>
          <a:p>
            <a:pPr>
              <a:defRPr/>
            </a:pPr>
            <a:r>
              <a:rPr lang="en-GB" dirty="0"/>
              <a:t>Slide </a:t>
            </a:r>
            <a:fld id="{2459A50D-3D2B-413F-B1A9-0F0512D99D55}" type="slidenum">
              <a:rPr lang="en-GB"/>
              <a:pPr>
                <a:defRPr/>
              </a:pPr>
              <a:t>‹#›</a:t>
            </a:fld>
            <a:endParaRPr lang="en-GB" dirty="0"/>
          </a:p>
        </p:txBody>
      </p:sp>
    </p:spTree>
    <p:extLst>
      <p:ext uri="{BB962C8B-B14F-4D97-AF65-F5344CB8AC3E}">
        <p14:creationId xmlns:p14="http://schemas.microsoft.com/office/powerpoint/2010/main" val="1864184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5"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6" name="Rectangle 6"/>
          <p:cNvSpPr>
            <a:spLocks noGrp="1" noChangeArrowheads="1"/>
          </p:cNvSpPr>
          <p:nvPr>
            <p:ph type="sldNum" sz="quarter" idx="12"/>
          </p:nvPr>
        </p:nvSpPr>
        <p:spPr>
          <a:ln/>
        </p:spPr>
        <p:txBody>
          <a:bodyPr/>
          <a:lstStyle>
            <a:lvl1pPr>
              <a:defRPr/>
            </a:lvl1pPr>
          </a:lstStyle>
          <a:p>
            <a:pPr>
              <a:defRPr/>
            </a:pPr>
            <a:r>
              <a:rPr lang="en-GB" dirty="0"/>
              <a:t>Slide </a:t>
            </a:r>
            <a:fld id="{DA1B3472-1B82-45A0-BBAE-85B8AFF11C3F}" type="slidenum">
              <a:rPr lang="en-GB"/>
              <a:pPr>
                <a:defRPr/>
              </a:pPr>
              <a:t>‹#›</a:t>
            </a:fld>
            <a:endParaRPr lang="en-GB" dirty="0"/>
          </a:p>
        </p:txBody>
      </p:sp>
    </p:spTree>
    <p:extLst>
      <p:ext uri="{BB962C8B-B14F-4D97-AF65-F5344CB8AC3E}">
        <p14:creationId xmlns:p14="http://schemas.microsoft.com/office/powerpoint/2010/main" val="1799931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8"/>
            <a:ext cx="222885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95300" y="274638"/>
            <a:ext cx="653415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5"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6" name="Rectangle 6"/>
          <p:cNvSpPr>
            <a:spLocks noGrp="1" noChangeArrowheads="1"/>
          </p:cNvSpPr>
          <p:nvPr>
            <p:ph type="sldNum" sz="quarter" idx="12"/>
          </p:nvPr>
        </p:nvSpPr>
        <p:spPr>
          <a:ln/>
        </p:spPr>
        <p:txBody>
          <a:bodyPr/>
          <a:lstStyle>
            <a:lvl1pPr>
              <a:defRPr/>
            </a:lvl1pPr>
          </a:lstStyle>
          <a:p>
            <a:pPr>
              <a:defRPr/>
            </a:pPr>
            <a:r>
              <a:rPr lang="en-GB" dirty="0"/>
              <a:t>Slide </a:t>
            </a:r>
            <a:fld id="{7BB27663-34A9-4107-BD98-8FE5C858DA2F}" type="slidenum">
              <a:rPr lang="en-GB"/>
              <a:pPr>
                <a:defRPr/>
              </a:pPr>
              <a:t>‹#›</a:t>
            </a:fld>
            <a:endParaRPr lang="en-GB" dirty="0"/>
          </a:p>
        </p:txBody>
      </p:sp>
    </p:spTree>
    <p:extLst>
      <p:ext uri="{BB962C8B-B14F-4D97-AF65-F5344CB8AC3E}">
        <p14:creationId xmlns:p14="http://schemas.microsoft.com/office/powerpoint/2010/main" val="3596139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495300" y="1600200"/>
            <a:ext cx="8915400" cy="4525963"/>
          </a:xfrm>
        </p:spPr>
        <p:txBody>
          <a:bodyPr/>
          <a:lstStyle/>
          <a:p>
            <a:pPr lvl="0"/>
            <a:endParaRPr lang="en-GB" noProof="0" dirty="0" smtClean="0"/>
          </a:p>
        </p:txBody>
      </p:sp>
      <p:sp>
        <p:nvSpPr>
          <p:cNvPr id="4" name="Rectangle 4"/>
          <p:cNvSpPr>
            <a:spLocks noGrp="1" noChangeArrowheads="1"/>
          </p:cNvSpPr>
          <p:nvPr>
            <p:ph type="dt" sz="half" idx="10"/>
          </p:nvPr>
        </p:nvSpPr>
        <p:spPr>
          <a:ln/>
        </p:spPr>
        <p:txBody>
          <a:bodyPr/>
          <a:lstStyle>
            <a:lvl1pPr>
              <a:defRPr/>
            </a:lvl1pPr>
          </a:lstStyle>
          <a:p>
            <a:pPr>
              <a:defRPr/>
            </a:pPr>
            <a:r>
              <a:rPr lang="en-US" dirty="0" smtClean="0"/>
              <a:t>Vijyaben Bhanderi</a:t>
            </a:r>
            <a:endParaRPr lang="en-GB" dirty="0"/>
          </a:p>
        </p:txBody>
      </p:sp>
      <p:sp>
        <p:nvSpPr>
          <p:cNvPr id="5" name="Rectangle 5"/>
          <p:cNvSpPr>
            <a:spLocks noGrp="1" noChangeArrowheads="1"/>
          </p:cNvSpPr>
          <p:nvPr>
            <p:ph type="ftr" sz="quarter" idx="11"/>
          </p:nvPr>
        </p:nvSpPr>
        <p:spPr>
          <a:ln/>
        </p:spPr>
        <p:txBody>
          <a:bodyPr/>
          <a:lstStyle>
            <a:lvl1pPr>
              <a:defRPr/>
            </a:lvl1pPr>
          </a:lstStyle>
          <a:p>
            <a:pPr>
              <a:defRPr/>
            </a:pPr>
            <a:r>
              <a:rPr lang="en-GB" dirty="0" smtClean="0"/>
              <a:t>CGS Meeting - 2 September 2017</a:t>
            </a:r>
            <a:endParaRPr lang="en-GB" dirty="0"/>
          </a:p>
        </p:txBody>
      </p:sp>
      <p:sp>
        <p:nvSpPr>
          <p:cNvPr id="6" name="Rectangle 6"/>
          <p:cNvSpPr>
            <a:spLocks noGrp="1" noChangeArrowheads="1"/>
          </p:cNvSpPr>
          <p:nvPr>
            <p:ph type="sldNum" sz="quarter" idx="12"/>
          </p:nvPr>
        </p:nvSpPr>
        <p:spPr>
          <a:ln/>
        </p:spPr>
        <p:txBody>
          <a:bodyPr/>
          <a:lstStyle>
            <a:lvl1pPr>
              <a:defRPr/>
            </a:lvl1pPr>
          </a:lstStyle>
          <a:p>
            <a:pPr>
              <a:defRPr/>
            </a:pPr>
            <a:r>
              <a:rPr lang="en-GB" dirty="0"/>
              <a:t>Slide </a:t>
            </a:r>
            <a:fld id="{9EC72EAD-4B54-4A01-A8FE-B6644F8F585E}" type="slidenum">
              <a:rPr lang="en-GB"/>
              <a:pPr>
                <a:defRPr/>
              </a:pPr>
              <a:t>‹#›</a:t>
            </a:fld>
            <a:endParaRPr lang="en-GB" dirty="0"/>
          </a:p>
        </p:txBody>
      </p:sp>
    </p:spTree>
    <p:extLst>
      <p:ext uri="{BB962C8B-B14F-4D97-AF65-F5344CB8AC3E}">
        <p14:creationId xmlns:p14="http://schemas.microsoft.com/office/powerpoint/2010/main" val="2269676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bwMode="auto">
          <a:xfrm>
            <a:off x="495300" y="274638"/>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403" name="Rectangle 3"/>
          <p:cNvSpPr>
            <a:spLocks noGrp="1" noChangeArrowheads="1"/>
          </p:cNvSpPr>
          <p:nvPr>
            <p:ph type="body" idx="1"/>
          </p:nvPr>
        </p:nvSpPr>
        <p:spPr bwMode="auto">
          <a:xfrm>
            <a:off x="495300" y="1600200"/>
            <a:ext cx="89154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404" name="Rectangle 4"/>
          <p:cNvSpPr>
            <a:spLocks noGrp="1" noChangeArrowheads="1"/>
          </p:cNvSpPr>
          <p:nvPr>
            <p:ph type="dt" sz="half" idx="2"/>
          </p:nvPr>
        </p:nvSpPr>
        <p:spPr bwMode="auto">
          <a:xfrm>
            <a:off x="495300" y="6546850"/>
            <a:ext cx="28067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r>
              <a:rPr lang="en-US" dirty="0" smtClean="0"/>
              <a:t>Vijyaben Bhanderi</a:t>
            </a:r>
            <a:endParaRPr lang="en-GB" dirty="0"/>
          </a:p>
        </p:txBody>
      </p:sp>
      <p:sp>
        <p:nvSpPr>
          <p:cNvPr id="102405" name="Rectangle 5"/>
          <p:cNvSpPr>
            <a:spLocks noGrp="1" noChangeArrowheads="1"/>
          </p:cNvSpPr>
          <p:nvPr>
            <p:ph type="ftr" sz="quarter" idx="3"/>
          </p:nvPr>
        </p:nvSpPr>
        <p:spPr bwMode="auto">
          <a:xfrm>
            <a:off x="3411538" y="6559550"/>
            <a:ext cx="3136900"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r>
              <a:rPr lang="en-GB" dirty="0" smtClean="0"/>
              <a:t>CGS Meeting - 2 September 2017</a:t>
            </a:r>
            <a:endParaRPr lang="en-GB" dirty="0"/>
          </a:p>
        </p:txBody>
      </p:sp>
      <p:sp>
        <p:nvSpPr>
          <p:cNvPr id="102406" name="Rectangle 6"/>
          <p:cNvSpPr>
            <a:spLocks noGrp="1" noChangeArrowheads="1"/>
          </p:cNvSpPr>
          <p:nvPr>
            <p:ph type="sldNum" sz="quarter" idx="4"/>
          </p:nvPr>
        </p:nvSpPr>
        <p:spPr bwMode="auto">
          <a:xfrm>
            <a:off x="7099300" y="6551613"/>
            <a:ext cx="2311400"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r>
              <a:rPr lang="en-GB" dirty="0"/>
              <a:t>Slide </a:t>
            </a:r>
            <a:fld id="{7144AD7A-C59A-4C48-9326-BE4650446C25}"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402"/>
                                        </p:tgtEl>
                                        <p:attrNameLst>
                                          <p:attrName>style.visibility</p:attrName>
                                        </p:attrNameLst>
                                      </p:cBhvr>
                                      <p:to>
                                        <p:strVal val="visible"/>
                                      </p:to>
                                    </p:set>
                                    <p:animEffect transition="in" filter="fade">
                                      <p:cBhvr>
                                        <p:cTn id="7" dur="2000"/>
                                        <p:tgtEl>
                                          <p:spTgt spid="102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03">
                                            <p:txEl>
                                              <p:pRg st="0" end="0"/>
                                            </p:txEl>
                                          </p:spTgt>
                                        </p:tgtEl>
                                        <p:attrNameLst>
                                          <p:attrName>style.visibility</p:attrName>
                                        </p:attrNameLst>
                                      </p:cBhvr>
                                      <p:to>
                                        <p:strVal val="visible"/>
                                      </p:to>
                                    </p:set>
                                    <p:animEffect transition="in" filter="fade">
                                      <p:cBhvr>
                                        <p:cTn id="12" dur="2000"/>
                                        <p:tgtEl>
                                          <p:spTgt spid="10240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2403">
                                            <p:txEl>
                                              <p:pRg st="1" end="1"/>
                                            </p:txEl>
                                          </p:spTgt>
                                        </p:tgtEl>
                                        <p:attrNameLst>
                                          <p:attrName>style.visibility</p:attrName>
                                        </p:attrNameLst>
                                      </p:cBhvr>
                                      <p:to>
                                        <p:strVal val="visible"/>
                                      </p:to>
                                    </p:set>
                                    <p:animEffect transition="in" filter="fade">
                                      <p:cBhvr>
                                        <p:cTn id="15" dur="2000"/>
                                        <p:tgtEl>
                                          <p:spTgt spid="10240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2403">
                                            <p:txEl>
                                              <p:pRg st="2" end="2"/>
                                            </p:txEl>
                                          </p:spTgt>
                                        </p:tgtEl>
                                        <p:attrNameLst>
                                          <p:attrName>style.visibility</p:attrName>
                                        </p:attrNameLst>
                                      </p:cBhvr>
                                      <p:to>
                                        <p:strVal val="visible"/>
                                      </p:to>
                                    </p:set>
                                    <p:animEffect transition="in" filter="fade">
                                      <p:cBhvr>
                                        <p:cTn id="18" dur="2000"/>
                                        <p:tgtEl>
                                          <p:spTgt spid="10240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2403">
                                            <p:txEl>
                                              <p:pRg st="3" end="3"/>
                                            </p:txEl>
                                          </p:spTgt>
                                        </p:tgtEl>
                                        <p:attrNameLst>
                                          <p:attrName>style.visibility</p:attrName>
                                        </p:attrNameLst>
                                      </p:cBhvr>
                                      <p:to>
                                        <p:strVal val="visible"/>
                                      </p:to>
                                    </p:set>
                                    <p:animEffect transition="in" filter="fade">
                                      <p:cBhvr>
                                        <p:cTn id="21" dur="2000"/>
                                        <p:tgtEl>
                                          <p:spTgt spid="10240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2403">
                                            <p:txEl>
                                              <p:pRg st="4" end="4"/>
                                            </p:txEl>
                                          </p:spTgt>
                                        </p:tgtEl>
                                        <p:attrNameLst>
                                          <p:attrName>style.visibility</p:attrName>
                                        </p:attrNameLst>
                                      </p:cBhvr>
                                      <p:to>
                                        <p:strVal val="visible"/>
                                      </p:to>
                                    </p:set>
                                    <p:animEffect transition="in" filter="fade">
                                      <p:cBhvr>
                                        <p:cTn id="24" dur="2000"/>
                                        <p:tgtEl>
                                          <p:spTgt spid="102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p:bldP spid="102403" grpId="0" build="p">
        <p:tmplLst>
          <p:tmpl lvl="1">
            <p:tnLst>
              <p:par>
                <p:cTn presetID="10" presetClass="entr" presetSubtype="0" fill="hold" nodeType="clickEffect">
                  <p:stCondLst>
                    <p:cond delay="0"/>
                  </p:stCondLst>
                  <p:childTnLst>
                    <p:set>
                      <p:cBhvr>
                        <p:cTn dur="1" fill="hold">
                          <p:stCondLst>
                            <p:cond delay="0"/>
                          </p:stCondLst>
                        </p:cTn>
                        <p:tgtEl>
                          <p:spTgt spid="102403"/>
                        </p:tgtEl>
                        <p:attrNameLst>
                          <p:attrName>style.visibility</p:attrName>
                        </p:attrNameLst>
                      </p:cBhvr>
                      <p:to>
                        <p:strVal val="visible"/>
                      </p:to>
                    </p:set>
                    <p:animEffect transition="in" filter="fade">
                      <p:cBhvr>
                        <p:cTn dur="2000"/>
                        <p:tgtEl>
                          <p:spTgt spid="10240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02403"/>
                        </p:tgtEl>
                        <p:attrNameLst>
                          <p:attrName>style.visibility</p:attrName>
                        </p:attrNameLst>
                      </p:cBhvr>
                      <p:to>
                        <p:strVal val="visible"/>
                      </p:to>
                    </p:set>
                    <p:animEffect transition="in" filter="fade">
                      <p:cBhvr>
                        <p:cTn dur="2000"/>
                        <p:tgtEl>
                          <p:spTgt spid="10240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02403"/>
                        </p:tgtEl>
                        <p:attrNameLst>
                          <p:attrName>style.visibility</p:attrName>
                        </p:attrNameLst>
                      </p:cBhvr>
                      <p:to>
                        <p:strVal val="visible"/>
                      </p:to>
                    </p:set>
                    <p:animEffect transition="in" filter="fade">
                      <p:cBhvr>
                        <p:cTn dur="2000"/>
                        <p:tgtEl>
                          <p:spTgt spid="10240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02403"/>
                        </p:tgtEl>
                        <p:attrNameLst>
                          <p:attrName>style.visibility</p:attrName>
                        </p:attrNameLst>
                      </p:cBhvr>
                      <p:to>
                        <p:strVal val="visible"/>
                      </p:to>
                    </p:set>
                    <p:animEffect transition="in" filter="fade">
                      <p:cBhvr>
                        <p:cTn dur="2000"/>
                        <p:tgtEl>
                          <p:spTgt spid="10240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02403"/>
                        </p:tgtEl>
                        <p:attrNameLst>
                          <p:attrName>style.visibility</p:attrName>
                        </p:attrNameLst>
                      </p:cBhvr>
                      <p:to>
                        <p:strVal val="visible"/>
                      </p:to>
                    </p:set>
                    <p:animEffect transition="in" filter="fade">
                      <p:cBhvr>
                        <p:cTn dur="2000"/>
                        <p:tgtEl>
                          <p:spTgt spid="102403"/>
                        </p:tgtEl>
                      </p:cBhvr>
                    </p:animEffect>
                  </p:childTnLst>
                </p:cTn>
              </p:par>
            </p:tnLst>
          </p:tmpl>
        </p:tmplLst>
      </p:bldP>
    </p:bldLst>
  </p:timing>
  <p:hf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Gujarati Radhika 2007" pitchFamily="2" charset="0"/>
        </a:defRPr>
      </a:lvl2pPr>
      <a:lvl3pPr algn="ctr" rtl="0" eaLnBrk="0" fontAlgn="base" hangingPunct="0">
        <a:spcBef>
          <a:spcPct val="0"/>
        </a:spcBef>
        <a:spcAft>
          <a:spcPct val="0"/>
        </a:spcAft>
        <a:defRPr sz="4400">
          <a:solidFill>
            <a:schemeClr val="tx2"/>
          </a:solidFill>
          <a:latin typeface="Gujarati Radhika 2007" pitchFamily="2" charset="0"/>
        </a:defRPr>
      </a:lvl3pPr>
      <a:lvl4pPr algn="ctr" rtl="0" eaLnBrk="0" fontAlgn="base" hangingPunct="0">
        <a:spcBef>
          <a:spcPct val="0"/>
        </a:spcBef>
        <a:spcAft>
          <a:spcPct val="0"/>
        </a:spcAft>
        <a:defRPr sz="4400">
          <a:solidFill>
            <a:schemeClr val="tx2"/>
          </a:solidFill>
          <a:latin typeface="Gujarati Radhika 2007" pitchFamily="2" charset="0"/>
        </a:defRPr>
      </a:lvl4pPr>
      <a:lvl5pPr algn="ctr" rtl="0" eaLnBrk="0" fontAlgn="base" hangingPunct="0">
        <a:spcBef>
          <a:spcPct val="0"/>
        </a:spcBef>
        <a:spcAft>
          <a:spcPct val="0"/>
        </a:spcAft>
        <a:defRPr sz="4400">
          <a:solidFill>
            <a:schemeClr val="tx2"/>
          </a:solidFill>
          <a:latin typeface="Gujarati Radhika 2007" pitchFamily="2" charset="0"/>
        </a:defRPr>
      </a:lvl5pPr>
      <a:lvl6pPr marL="457200" algn="ctr" rtl="0" fontAlgn="base">
        <a:spcBef>
          <a:spcPct val="0"/>
        </a:spcBef>
        <a:spcAft>
          <a:spcPct val="0"/>
        </a:spcAft>
        <a:defRPr sz="4400">
          <a:solidFill>
            <a:schemeClr val="tx2"/>
          </a:solidFill>
          <a:latin typeface="Gujarati Radhika 2007" pitchFamily="2" charset="0"/>
        </a:defRPr>
      </a:lvl6pPr>
      <a:lvl7pPr marL="914400" algn="ctr" rtl="0" fontAlgn="base">
        <a:spcBef>
          <a:spcPct val="0"/>
        </a:spcBef>
        <a:spcAft>
          <a:spcPct val="0"/>
        </a:spcAft>
        <a:defRPr sz="4400">
          <a:solidFill>
            <a:schemeClr val="tx2"/>
          </a:solidFill>
          <a:latin typeface="Gujarati Radhika 2007" pitchFamily="2" charset="0"/>
        </a:defRPr>
      </a:lvl7pPr>
      <a:lvl8pPr marL="1371600" algn="ctr" rtl="0" fontAlgn="base">
        <a:spcBef>
          <a:spcPct val="0"/>
        </a:spcBef>
        <a:spcAft>
          <a:spcPct val="0"/>
        </a:spcAft>
        <a:defRPr sz="4400">
          <a:solidFill>
            <a:schemeClr val="tx2"/>
          </a:solidFill>
          <a:latin typeface="Gujarati Radhika 2007" pitchFamily="2" charset="0"/>
        </a:defRPr>
      </a:lvl8pPr>
      <a:lvl9pPr marL="1828800" algn="ctr" rtl="0" fontAlgn="base">
        <a:spcBef>
          <a:spcPct val="0"/>
        </a:spcBef>
        <a:spcAft>
          <a:spcPct val="0"/>
        </a:spcAft>
        <a:defRPr sz="4400">
          <a:solidFill>
            <a:schemeClr val="tx2"/>
          </a:solidFill>
          <a:latin typeface="Gujarati Radhika 2007" pitchFamily="2"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qualifications.pearson.com/content/dam/pdf/GCSE/Gujarati/2018/specification-and-sample-assessment-material/specification-gcse2017-l12-gujarati-iss4.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a:t>
            </a:fld>
            <a:endParaRPr lang="en-GB" dirty="0" smtClean="0"/>
          </a:p>
        </p:txBody>
      </p:sp>
      <p:sp>
        <p:nvSpPr>
          <p:cNvPr id="160771" name="Rectangle 3"/>
          <p:cNvSpPr>
            <a:spLocks noGrp="1" noChangeArrowheads="1"/>
          </p:cNvSpPr>
          <p:nvPr>
            <p:ph type="body" idx="1"/>
          </p:nvPr>
        </p:nvSpPr>
        <p:spPr>
          <a:xfrm>
            <a:off x="685800" y="1676400"/>
            <a:ext cx="8534400" cy="3733800"/>
          </a:xfrm>
        </p:spPr>
        <p:txBody>
          <a:bodyPr/>
          <a:lstStyle/>
          <a:p>
            <a:pPr marL="0" indent="0">
              <a:lnSpc>
                <a:spcPct val="120000"/>
              </a:lnSpc>
              <a:spcAft>
                <a:spcPts val="800"/>
              </a:spcAft>
              <a:buNone/>
              <a:tabLst>
                <a:tab pos="357188" algn="l"/>
              </a:tabLst>
            </a:pPr>
            <a:r>
              <a:rPr lang="en-GB" sz="2800" b="1" dirty="0" smtClean="0"/>
              <a:t>For </a:t>
            </a:r>
            <a:r>
              <a:rPr lang="en-GB" sz="2800" b="1" dirty="0"/>
              <a:t>Speaking Information and Guidance for </a:t>
            </a:r>
            <a:r>
              <a:rPr lang="en-GB" sz="2800" b="1" dirty="0" smtClean="0"/>
              <a:t>both tiers, please refer to Pearson Specification pages 12 </a:t>
            </a:r>
            <a:r>
              <a:rPr lang="en-GB" sz="2800" b="1" dirty="0"/>
              <a:t>to </a:t>
            </a:r>
            <a:r>
              <a:rPr lang="en-GB" sz="2800" b="1" dirty="0" smtClean="0"/>
              <a:t>17. </a:t>
            </a:r>
          </a:p>
          <a:p>
            <a:pPr marL="0" indent="0">
              <a:lnSpc>
                <a:spcPct val="120000"/>
              </a:lnSpc>
              <a:spcAft>
                <a:spcPts val="800"/>
              </a:spcAft>
              <a:buNone/>
              <a:tabLst>
                <a:tab pos="357188" algn="l"/>
              </a:tabLst>
            </a:pPr>
            <a:r>
              <a:rPr lang="en-GB" sz="2800" b="1" dirty="0" smtClean="0"/>
              <a:t>The web link is as follows:</a:t>
            </a:r>
            <a:endParaRPr lang="en-GB" sz="2800" b="1" dirty="0"/>
          </a:p>
          <a:p>
            <a:pPr marL="0" indent="0">
              <a:lnSpc>
                <a:spcPct val="120000"/>
              </a:lnSpc>
              <a:spcAft>
                <a:spcPts val="800"/>
              </a:spcAft>
              <a:buNone/>
            </a:pPr>
            <a:r>
              <a:rPr lang="en-GB" sz="2500" dirty="0" smtClean="0">
                <a:hlinkClick r:id="rId3"/>
              </a:rPr>
              <a:t>https</a:t>
            </a:r>
            <a:r>
              <a:rPr lang="en-GB" sz="2500" dirty="0">
                <a:hlinkClick r:id="rId3"/>
              </a:rPr>
              <a:t>://</a:t>
            </a:r>
            <a:r>
              <a:rPr lang="en-GB" sz="2500" dirty="0" smtClean="0">
                <a:hlinkClick r:id="rId3"/>
              </a:rPr>
              <a:t>qualifications.pearson.com/content/dam/pdf/GCSE/Gujarati/2018/specification-and-sample-assessment-material/specification-gcse2017-l12-gujarati-iss4.pdf</a:t>
            </a:r>
            <a:endParaRPr lang="en-GB" sz="2500" dirty="0" smtClean="0"/>
          </a:p>
          <a:p>
            <a:pPr marL="266700" indent="-266700">
              <a:buNone/>
              <a:tabLst>
                <a:tab pos="266700" algn="l"/>
              </a:tabLst>
            </a:pPr>
            <a:r>
              <a:rPr lang="en-GB" sz="2800" dirty="0" smtClean="0"/>
              <a:t> </a:t>
            </a:r>
            <a:endParaRPr lang="en-GB" sz="2800" dirty="0" smtClean="0">
              <a:solidFill>
                <a:srgbClr val="006600"/>
              </a:solidFill>
            </a:endParaRPr>
          </a:p>
        </p:txBody>
      </p:sp>
      <p:sp>
        <p:nvSpPr>
          <p:cNvPr id="11" name="Rectangle 2"/>
          <p:cNvSpPr>
            <a:spLocks noGrp="1" noChangeArrowheads="1"/>
          </p:cNvSpPr>
          <p:nvPr>
            <p:ph type="title"/>
          </p:nvPr>
        </p:nvSpPr>
        <p:spPr>
          <a:xfrm>
            <a:off x="377791" y="685799"/>
            <a:ext cx="9309232" cy="555899"/>
          </a:xfrm>
        </p:spPr>
        <p:txBody>
          <a:bodyPr/>
          <a:lstStyle/>
          <a:p>
            <a:pPr eaLnBrk="1" hangingPunct="1"/>
            <a:r>
              <a:rPr lang="en-GB" sz="3200" b="1" dirty="0" smtClean="0">
                <a:solidFill>
                  <a:srgbClr val="0000CC"/>
                </a:solidFill>
              </a:rPr>
              <a:t>Speaking – Both Tiers</a:t>
            </a:r>
            <a:endParaRPr lang="en-GB" sz="3200" dirty="0" smtClean="0">
              <a:solidFill>
                <a:srgbClr val="0000CC"/>
              </a:solidFill>
            </a:endParaRPr>
          </a:p>
        </p:txBody>
      </p:sp>
    </p:spTree>
    <p:extLst>
      <p:ext uri="{BB962C8B-B14F-4D97-AF65-F5344CB8AC3E}">
        <p14:creationId xmlns:p14="http://schemas.microsoft.com/office/powerpoint/2010/main" val="14929193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a:t>
            </a:fld>
            <a:endParaRPr lang="en-GB" dirty="0" smtClean="0"/>
          </a:p>
        </p:txBody>
      </p:sp>
      <p:sp>
        <p:nvSpPr>
          <p:cNvPr id="11" name="Rectangle 2"/>
          <p:cNvSpPr>
            <a:spLocks noGrp="1" noChangeArrowheads="1"/>
          </p:cNvSpPr>
          <p:nvPr>
            <p:ph type="title"/>
          </p:nvPr>
        </p:nvSpPr>
        <p:spPr>
          <a:xfrm>
            <a:off x="381000" y="761999"/>
            <a:ext cx="9309232" cy="412381"/>
          </a:xfrm>
        </p:spPr>
        <p:txBody>
          <a:bodyPr/>
          <a:lstStyle/>
          <a:p>
            <a:r>
              <a:rPr lang="en-GB" sz="2400" b="1" dirty="0">
                <a:solidFill>
                  <a:srgbClr val="0000CC"/>
                </a:solidFill>
              </a:rPr>
              <a:t>Task 1 </a:t>
            </a:r>
            <a:r>
              <a:rPr lang="en-GB" sz="2400" b="1" dirty="0" smtClean="0">
                <a:solidFill>
                  <a:srgbClr val="0000CC"/>
                </a:solidFill>
              </a:rPr>
              <a:t>– SAMs 2018 - Role play (F) – </a:t>
            </a:r>
            <a:r>
              <a:rPr lang="en-GB" sz="2400" dirty="0" smtClean="0">
                <a:solidFill>
                  <a:srgbClr val="0000CC"/>
                </a:solidFill>
              </a:rPr>
              <a:t>Cultural Life</a:t>
            </a:r>
            <a:endParaRPr lang="en-GB" sz="2400" dirty="0">
              <a:solidFill>
                <a:srgbClr val="0000CC"/>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4132068204"/>
              </p:ext>
            </p:extLst>
          </p:nvPr>
        </p:nvGraphicFramePr>
        <p:xfrm>
          <a:off x="381000" y="1524000"/>
          <a:ext cx="9144000" cy="4356100"/>
        </p:xfrm>
        <a:graphic>
          <a:graphicData uri="http://schemas.openxmlformats.org/drawingml/2006/table">
            <a:tbl>
              <a:tblPr firstRow="1" bandRow="1">
                <a:tableStyleId>{5C22544A-7EE6-4342-B048-85BDC9FD1C3A}</a:tableStyleId>
              </a:tblPr>
              <a:tblGrid>
                <a:gridCol w="4766201">
                  <a:extLst>
                    <a:ext uri="{9D8B030D-6E8A-4147-A177-3AD203B41FA5}">
                      <a16:colId xmlns:a16="http://schemas.microsoft.com/office/drawing/2014/main" val="752466552"/>
                    </a:ext>
                  </a:extLst>
                </a:gridCol>
                <a:gridCol w="244114">
                  <a:extLst>
                    <a:ext uri="{9D8B030D-6E8A-4147-A177-3AD203B41FA5}">
                      <a16:colId xmlns:a16="http://schemas.microsoft.com/office/drawing/2014/main" val="1443842767"/>
                    </a:ext>
                  </a:extLst>
                </a:gridCol>
                <a:gridCol w="4133685">
                  <a:extLst>
                    <a:ext uri="{9D8B030D-6E8A-4147-A177-3AD203B41FA5}">
                      <a16:colId xmlns:a16="http://schemas.microsoft.com/office/drawing/2014/main" val="2247429558"/>
                    </a:ext>
                  </a:extLst>
                </a:gridCol>
              </a:tblGrid>
              <a:tr h="370840">
                <a:tc>
                  <a:txBody>
                    <a:bodyPr/>
                    <a:lstStyle/>
                    <a:p>
                      <a:pPr>
                        <a:spcAft>
                          <a:spcPts val="400"/>
                        </a:spcAft>
                      </a:pPr>
                      <a:r>
                        <a:rPr lang="en-GB" sz="2500" b="1" kern="1200" dirty="0" smtClean="0">
                          <a:solidFill>
                            <a:srgbClr val="990099"/>
                          </a:solidFill>
                          <a:effectLst/>
                          <a:latin typeface="Arial" panose="020B0604020202020204" pitchFamily="34" charset="0"/>
                          <a:ea typeface="+mn-ea"/>
                          <a:cs typeface="Arial" panose="020B0604020202020204" pitchFamily="34" charset="0"/>
                        </a:rPr>
                        <a:t>STIMULUS FR2 </a:t>
                      </a:r>
                    </a:p>
                    <a:p>
                      <a:pPr>
                        <a:spcAft>
                          <a:spcPts val="400"/>
                        </a:spcAft>
                      </a:pPr>
                      <a:r>
                        <a:rPr lang="en-US" sz="25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a:t>
                      </a:r>
                    </a:p>
                    <a:p>
                      <a:pPr marL="0" marR="0" lvl="0" indent="0" algn="l" defTabSz="914400" rtl="0" eaLnBrk="1" fontAlgn="auto" latinLnBrk="0" hangingPunct="1">
                        <a:lnSpc>
                          <a:spcPct val="100000"/>
                        </a:lnSpc>
                        <a:spcBef>
                          <a:spcPts val="400"/>
                        </a:spcBef>
                        <a:spcAft>
                          <a:spcPts val="400"/>
                        </a:spcAft>
                        <a:buClrTx/>
                        <a:buSzTx/>
                        <a:buFontTx/>
                        <a:buNone/>
                        <a:tabLst/>
                        <a:defRPr/>
                      </a:pPr>
                      <a:r>
                        <a:rPr lang="en-US" sz="2400" b="0" i="0" u="none" strike="noStrike" kern="1200" baseline="0" dirty="0" smtClean="0">
                          <a:solidFill>
                            <a:srgbClr val="006600"/>
                          </a:solidFill>
                          <a:latin typeface="Arial" panose="020B0604020202020204" pitchFamily="34" charset="0"/>
                          <a:ea typeface="+mn-ea"/>
                          <a:cs typeface="Arial" panose="020B0604020202020204" pitchFamily="34" charset="0"/>
                        </a:rPr>
                        <a:t>You are planning to go to a music festival with your Gujarati friend. The teacher will play the role of your friend and will speak first.</a:t>
                      </a:r>
                      <a:endParaRPr lang="gu-IN" sz="2400" b="0" i="0" u="none" strike="noStrike" kern="1200" baseline="0" dirty="0" smtClean="0">
                        <a:solidFill>
                          <a:srgbClr val="006600"/>
                        </a:solidFill>
                        <a:latin typeface="Arial" panose="020B0604020202020204" pitchFamily="34" charset="0"/>
                        <a:ea typeface="+mn-ea"/>
                        <a:cs typeface="Arial" panose="020B0604020202020204" pitchFamily="34" charset="0"/>
                      </a:endParaRPr>
                    </a:p>
                    <a:p>
                      <a:r>
                        <a:rPr lang="en-US" sz="2400" b="0" i="0" u="none" strike="noStrike" kern="1200" baseline="0" dirty="0" smtClean="0">
                          <a:solidFill>
                            <a:srgbClr val="006600"/>
                          </a:solidFill>
                          <a:latin typeface="Arial" panose="020B0604020202020204" pitchFamily="34" charset="0"/>
                          <a:ea typeface="+mn-ea"/>
                          <a:cs typeface="Arial" panose="020B0604020202020204" pitchFamily="34" charset="0"/>
                        </a:rPr>
                        <a:t>You must address the friend using an informal form of </a:t>
                      </a:r>
                      <a:r>
                        <a:rPr lang="en-US" sz="2400" b="0" i="1" u="none" strike="noStrike" kern="1200" baseline="0" dirty="0" smtClean="0">
                          <a:solidFill>
                            <a:srgbClr val="006600"/>
                          </a:solidFill>
                          <a:latin typeface="Arial" panose="020B0604020202020204" pitchFamily="34" charset="0"/>
                          <a:ea typeface="+mn-ea"/>
                          <a:cs typeface="Arial" panose="020B0604020202020204" pitchFamily="34" charset="0"/>
                        </a:rPr>
                        <a:t>you </a:t>
                      </a:r>
                      <a:r>
                        <a:rPr lang="en-US" sz="2400" b="0" i="0" u="none" strike="noStrike" kern="1200" baseline="0" dirty="0" smtClean="0">
                          <a:solidFill>
                            <a:srgbClr val="006600"/>
                          </a:solidFill>
                          <a:latin typeface="Arial" panose="020B0604020202020204" pitchFamily="34" charset="0"/>
                          <a:ea typeface="+mn-ea"/>
                          <a:cs typeface="Arial" panose="020B0604020202020204" pitchFamily="34" charset="0"/>
                        </a:rPr>
                        <a:t>in </a:t>
                      </a:r>
                      <a:r>
                        <a:rPr lang="en-US" sz="2400" b="0" kern="1200" dirty="0" smtClean="0">
                          <a:solidFill>
                            <a:srgbClr val="006600"/>
                          </a:solidFill>
                          <a:effectLst/>
                          <a:latin typeface="Arial" panose="020B0604020202020204" pitchFamily="34" charset="0"/>
                          <a:ea typeface="+mn-ea"/>
                          <a:cs typeface="Arial" panose="020B0604020202020204" pitchFamily="34" charset="0"/>
                        </a:rPr>
                        <a:t>Gujarati such as </a:t>
                      </a:r>
                      <a:r>
                        <a:rPr lang="gu-IN" sz="2300" b="0" kern="1200" dirty="0" smtClean="0">
                          <a:solidFill>
                            <a:srgbClr val="006600"/>
                          </a:solidFill>
                          <a:effectLst/>
                          <a:latin typeface="Arial" panose="020B0604020202020204" pitchFamily="34" charset="0"/>
                          <a:ea typeface="+mn-ea"/>
                          <a:cs typeface="+mn-cs"/>
                        </a:rPr>
                        <a:t>તું</a:t>
                      </a:r>
                      <a:r>
                        <a:rPr lang="en-US" sz="2300" b="0" kern="1200" dirty="0" smtClean="0">
                          <a:solidFill>
                            <a:srgbClr val="006600"/>
                          </a:solidFill>
                          <a:effectLst/>
                          <a:latin typeface="Arial" panose="020B0604020202020204" pitchFamily="34" charset="0"/>
                          <a:ea typeface="+mn-ea"/>
                          <a:cs typeface="Arial" panose="020B0604020202020204" pitchFamily="34" charset="0"/>
                        </a:rPr>
                        <a:t>/</a:t>
                      </a:r>
                      <a:r>
                        <a:rPr lang="gu-IN" sz="2300" b="0" kern="1200" dirty="0" smtClean="0">
                          <a:solidFill>
                            <a:srgbClr val="006600"/>
                          </a:solidFill>
                          <a:effectLst/>
                          <a:latin typeface="Arial" panose="020B0604020202020204" pitchFamily="34" charset="0"/>
                          <a:ea typeface="+mn-ea"/>
                          <a:cs typeface="+mn-cs"/>
                        </a:rPr>
                        <a:t>તને</a:t>
                      </a:r>
                      <a:r>
                        <a:rPr lang="en-US" sz="2300" b="0" kern="1200" dirty="0" smtClean="0">
                          <a:solidFill>
                            <a:srgbClr val="006600"/>
                          </a:solidFill>
                          <a:effectLst/>
                          <a:latin typeface="Arial" panose="020B0604020202020204" pitchFamily="34" charset="0"/>
                          <a:ea typeface="+mn-ea"/>
                          <a:cs typeface="Arial" panose="020B0604020202020204" pitchFamily="34" charset="0"/>
                        </a:rPr>
                        <a:t>/</a:t>
                      </a:r>
                      <a:r>
                        <a:rPr lang="gu-IN" sz="2300" b="0" kern="1200" dirty="0" smtClean="0">
                          <a:solidFill>
                            <a:srgbClr val="006600"/>
                          </a:solidFill>
                          <a:effectLst/>
                          <a:latin typeface="Arial" panose="020B0604020202020204" pitchFamily="34" charset="0"/>
                          <a:ea typeface="+mn-ea"/>
                          <a:cs typeface="+mn-cs"/>
                        </a:rPr>
                        <a:t>તેં</a:t>
                      </a:r>
                      <a:r>
                        <a:rPr lang="en-US" sz="2300" b="0" kern="1200" dirty="0" smtClean="0">
                          <a:solidFill>
                            <a:srgbClr val="006600"/>
                          </a:solidFill>
                          <a:effectLst/>
                          <a:latin typeface="Arial" panose="020B0604020202020204" pitchFamily="34" charset="0"/>
                          <a:ea typeface="+mn-ea"/>
                          <a:cs typeface="Arial" panose="020B0604020202020204" pitchFamily="34" charset="0"/>
                        </a:rPr>
                        <a:t>/</a:t>
                      </a:r>
                      <a:r>
                        <a:rPr lang="gu-IN" sz="2300" b="0" kern="1200" dirty="0" smtClean="0">
                          <a:solidFill>
                            <a:srgbClr val="006600"/>
                          </a:solidFill>
                          <a:effectLst/>
                          <a:latin typeface="Arial" panose="020B0604020202020204" pitchFamily="34" charset="0"/>
                          <a:ea typeface="+mn-ea"/>
                          <a:cs typeface="+mn-cs"/>
                        </a:rPr>
                        <a:t>તારે</a:t>
                      </a:r>
                      <a:r>
                        <a:rPr lang="en-US" sz="2300" b="0" kern="1200" dirty="0" smtClean="0">
                          <a:solidFill>
                            <a:srgbClr val="006600"/>
                          </a:solidFill>
                          <a:effectLst/>
                          <a:latin typeface="Arial" panose="020B0604020202020204" pitchFamily="34" charset="0"/>
                          <a:ea typeface="+mn-ea"/>
                          <a:cs typeface="Arial" panose="020B0604020202020204" pitchFamily="34" charset="0"/>
                        </a:rPr>
                        <a:t>/</a:t>
                      </a:r>
                      <a:r>
                        <a:rPr lang="gu-IN" sz="2300" b="0" kern="1200" dirty="0" smtClean="0">
                          <a:solidFill>
                            <a:srgbClr val="006600"/>
                          </a:solidFill>
                          <a:effectLst/>
                          <a:latin typeface="Arial" panose="020B0604020202020204" pitchFamily="34" charset="0"/>
                          <a:ea typeface="+mn-ea"/>
                          <a:cs typeface="+mn-cs"/>
                        </a:rPr>
                        <a:t>તારાથી</a:t>
                      </a:r>
                      <a:r>
                        <a:rPr lang="en-US" sz="2300" b="0" kern="1200" dirty="0" smtClean="0">
                          <a:solidFill>
                            <a:srgbClr val="006600"/>
                          </a:solidFill>
                          <a:effectLst/>
                          <a:latin typeface="Arial" panose="020B0604020202020204" pitchFamily="34" charset="0"/>
                          <a:ea typeface="+mn-ea"/>
                          <a:cs typeface="Arial" panose="020B0604020202020204" pitchFamily="34" charset="0"/>
                        </a:rPr>
                        <a:t>.</a:t>
                      </a:r>
                      <a:endParaRPr lang="en-GB" sz="2300" b="0" kern="1200" dirty="0">
                        <a:solidFill>
                          <a:srgbClr val="006600"/>
                        </a:solidFill>
                        <a:effectLst/>
                        <a:latin typeface="Arial" panose="020B0604020202020204" pitchFamily="34" charset="0"/>
                        <a:ea typeface="+mn-ea"/>
                        <a:cs typeface="Arial" panose="020B0604020202020204" pitchFamily="34" charset="0"/>
                      </a:endParaRP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500" i="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791845" lvl="0" indent="0" algn="l" defTabSz="914400" rtl="0" eaLnBrk="1" fontAlgn="auto" latinLnBrk="0" hangingPunct="1">
                        <a:lnSpc>
                          <a:spcPct val="100000"/>
                        </a:lnSpc>
                        <a:spcBef>
                          <a:spcPts val="1000"/>
                        </a:spcBef>
                        <a:spcAft>
                          <a:spcPts val="600"/>
                        </a:spcAft>
                        <a:buClrTx/>
                        <a:buSzTx/>
                        <a:buFontTx/>
                        <a:buNone/>
                        <a:tabLst>
                          <a:tab pos="234315" algn="l"/>
                        </a:tabLst>
                        <a:defRPr/>
                      </a:pPr>
                      <a:r>
                        <a:rPr lang="en-GB" sz="2400" b="1" i="0" kern="1200" dirty="0" smtClean="0">
                          <a:solidFill>
                            <a:srgbClr val="990099"/>
                          </a:solidFill>
                          <a:effectLst/>
                          <a:latin typeface="Arial" panose="020B0604020202020204" pitchFamily="34" charset="0"/>
                          <a:ea typeface="+mn-ea"/>
                          <a:cs typeface="Arial" panose="020B0604020202020204" pitchFamily="34" charset="0"/>
                        </a:rPr>
                        <a:t>STIMULUS FR2 </a:t>
                      </a: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a:t>
                      </a:r>
                      <a:r>
                        <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rPr>
                        <a:t> </a:t>
                      </a: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teacher </a:t>
                      </a:r>
                    </a:p>
                    <a:p>
                      <a:pPr marL="0" marR="791845" lvl="0" indent="0" algn="l" defTabSz="914400" rtl="0" eaLnBrk="1" fontAlgn="auto" latinLnBrk="0" hangingPunct="1">
                        <a:lnSpc>
                          <a:spcPct val="100000"/>
                        </a:lnSpc>
                        <a:spcBef>
                          <a:spcPts val="700"/>
                        </a:spcBef>
                        <a:spcAft>
                          <a:spcPts val="600"/>
                        </a:spcAft>
                        <a:buClrTx/>
                        <a:buSzTx/>
                        <a:buFontTx/>
                        <a:buNone/>
                        <a:tabLst>
                          <a:tab pos="234315" algn="l"/>
                        </a:tabLst>
                        <a:defRPr/>
                      </a:pPr>
                      <a:r>
                        <a:rPr lang="en-US" sz="2400" b="0" i="0" u="none" strike="noStrike" kern="1200" baseline="0" dirty="0" smtClean="0">
                          <a:solidFill>
                            <a:srgbClr val="0000CC"/>
                          </a:solidFill>
                          <a:latin typeface="Arial" panose="020B0604020202020204" pitchFamily="34" charset="0"/>
                          <a:ea typeface="+mn-ea"/>
                          <a:cs typeface="Arial" panose="020B0604020202020204" pitchFamily="34" charset="0"/>
                        </a:rPr>
                        <a:t>Address the candidate using an informal form of </a:t>
                      </a:r>
                      <a:r>
                        <a:rPr lang="en-US" sz="2400" b="0" i="1" u="none" strike="noStrike" kern="1200" baseline="0" dirty="0" smtClean="0">
                          <a:solidFill>
                            <a:srgbClr val="0000CC"/>
                          </a:solidFill>
                          <a:latin typeface="Arial" panose="020B0604020202020204" pitchFamily="34" charset="0"/>
                          <a:ea typeface="+mn-ea"/>
                          <a:cs typeface="Arial" panose="020B0604020202020204" pitchFamily="34" charset="0"/>
                        </a:rPr>
                        <a:t>you </a:t>
                      </a:r>
                      <a:r>
                        <a:rPr lang="en-US" sz="2400" b="0" i="0" u="none" strike="noStrike" kern="1200" baseline="0" dirty="0" smtClean="0">
                          <a:solidFill>
                            <a:srgbClr val="0000CC"/>
                          </a:solidFill>
                          <a:latin typeface="Arial" panose="020B0604020202020204" pitchFamily="34" charset="0"/>
                          <a:ea typeface="+mn-ea"/>
                          <a:cs typeface="Arial" panose="020B0604020202020204" pitchFamily="34" charset="0"/>
                        </a:rPr>
                        <a:t>in Gujarati such as </a:t>
                      </a:r>
                      <a:r>
                        <a:rPr lang="gu-IN" sz="2400" b="0" i="0" u="none" strike="noStrike" kern="1200" baseline="0" dirty="0" smtClean="0">
                          <a:solidFill>
                            <a:srgbClr val="0000CC"/>
                          </a:solidFill>
                          <a:latin typeface="Arial" panose="020B0604020202020204" pitchFamily="34" charset="0"/>
                          <a:ea typeface="+mn-ea"/>
                          <a:cs typeface="Arial" panose="020B0604020202020204" pitchFamily="34" charset="0"/>
                        </a:rPr>
                        <a:t>તું</a:t>
                      </a:r>
                      <a:r>
                        <a:rPr lang="en-US" sz="2400" b="0" i="0" u="none" strike="noStrike" kern="1200" baseline="0" dirty="0" smtClean="0">
                          <a:solidFill>
                            <a:srgbClr val="0000CC"/>
                          </a:solidFill>
                          <a:latin typeface="Arial" panose="020B0604020202020204" pitchFamily="34" charset="0"/>
                          <a:ea typeface="+mn-ea"/>
                          <a:cs typeface="Arial" panose="020B0604020202020204" pitchFamily="34" charset="0"/>
                        </a:rPr>
                        <a:t>/તને/તેં/તારે/તારાથી.</a:t>
                      </a:r>
                    </a:p>
                    <a:p>
                      <a:pPr lvl="0">
                        <a:spcAft>
                          <a:spcPts val="400"/>
                        </a:spcAft>
                      </a:pPr>
                      <a:r>
                        <a:rPr lang="en-GB" sz="2400" b="0" i="0" kern="1200" dirty="0" smtClean="0">
                          <a:solidFill>
                            <a:schemeClr val="tx1"/>
                          </a:solidFill>
                          <a:effectLst/>
                          <a:latin typeface="Arial" panose="020B0604020202020204" pitchFamily="34" charset="0"/>
                          <a:ea typeface="+mn-ea"/>
                          <a:cs typeface="Arial" panose="020B0604020202020204" pitchFamily="34" charset="0"/>
                        </a:rPr>
                        <a:t>The target language phrases below must be asked verbatim</a:t>
                      </a:r>
                      <a:r>
                        <a:rPr lang="gu-IN" sz="2400" b="0" i="0" kern="1200" dirty="0" smtClean="0">
                          <a:solidFill>
                            <a:schemeClr val="tx1"/>
                          </a:solidFill>
                          <a:effectLst/>
                          <a:latin typeface="Arial" panose="020B0604020202020204" pitchFamily="34" charset="0"/>
                          <a:ea typeface="+mn-ea"/>
                          <a:cs typeface="Arial" panose="020B0604020202020204" pitchFamily="34" charset="0"/>
                        </a:rPr>
                        <a:t> </a:t>
                      </a:r>
                      <a:r>
                        <a:rPr lang="en-US" sz="2400" b="0" i="0" u="none" strike="noStrike" kern="1200" baseline="0" dirty="0" smtClean="0">
                          <a:solidFill>
                            <a:srgbClr val="C00000"/>
                          </a:solidFill>
                          <a:latin typeface="Arial" panose="020B0604020202020204" pitchFamily="34" charset="0"/>
                          <a:ea typeface="+mn-ea"/>
                          <a:cs typeface="Arial" panose="020B0604020202020204" pitchFamily="34" charset="0"/>
                        </a:rPr>
                        <a:t>(exactly as they are)</a:t>
                      </a:r>
                      <a:r>
                        <a:rPr lang="en-GB" sz="2400" b="0" i="0" kern="1200" dirty="0" smtClean="0">
                          <a:solidFill>
                            <a:schemeClr val="tx1"/>
                          </a:solidFill>
                          <a:effectLst/>
                          <a:latin typeface="Arial" panose="020B0604020202020204" pitchFamily="34" charset="0"/>
                          <a:ea typeface="+mn-ea"/>
                          <a:cs typeface="Arial" panose="020B0604020202020204" pitchFamily="34" charset="0"/>
                        </a:rPr>
                        <a:t>. </a:t>
                      </a: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42595203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3</a:t>
            </a:fld>
            <a:endParaRPr lang="en-GB" dirty="0" smtClean="0"/>
          </a:p>
        </p:txBody>
      </p:sp>
      <p:sp>
        <p:nvSpPr>
          <p:cNvPr id="11" name="Rectangle 2"/>
          <p:cNvSpPr>
            <a:spLocks noGrp="1" noChangeArrowheads="1"/>
          </p:cNvSpPr>
          <p:nvPr>
            <p:ph type="title"/>
          </p:nvPr>
        </p:nvSpPr>
        <p:spPr>
          <a:xfrm>
            <a:off x="381000" y="761999"/>
            <a:ext cx="9309232" cy="412381"/>
          </a:xfrm>
        </p:spPr>
        <p:txBody>
          <a:bodyPr/>
          <a:lstStyle/>
          <a:p>
            <a:r>
              <a:rPr lang="en-GB" sz="2400" b="1" dirty="0">
                <a:solidFill>
                  <a:srgbClr val="0000CC"/>
                </a:solidFill>
              </a:rPr>
              <a:t>Task 1 </a:t>
            </a:r>
            <a:r>
              <a:rPr lang="en-GB" sz="2400" b="1" dirty="0" smtClean="0">
                <a:solidFill>
                  <a:srgbClr val="0000CC"/>
                </a:solidFill>
              </a:rPr>
              <a:t>– SAMs 2018 - Role play (F) – </a:t>
            </a:r>
            <a:r>
              <a:rPr lang="en-GB" sz="2400" dirty="0" smtClean="0">
                <a:solidFill>
                  <a:srgbClr val="0000CC"/>
                </a:solidFill>
              </a:rPr>
              <a:t>Cultural Life</a:t>
            </a:r>
            <a:endParaRPr lang="en-GB" sz="2400" dirty="0">
              <a:solidFill>
                <a:srgbClr val="0000CC"/>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601377465"/>
              </p:ext>
            </p:extLst>
          </p:nvPr>
        </p:nvGraphicFramePr>
        <p:xfrm>
          <a:off x="515366" y="1676400"/>
          <a:ext cx="8895334" cy="3982720"/>
        </p:xfrm>
        <a:graphic>
          <a:graphicData uri="http://schemas.openxmlformats.org/drawingml/2006/table">
            <a:tbl>
              <a:tblPr firstRow="1" bandRow="1">
                <a:tableStyleId>{5C22544A-7EE6-4342-B048-85BDC9FD1C3A}</a:tableStyleId>
              </a:tblPr>
              <a:tblGrid>
                <a:gridCol w="4500000">
                  <a:extLst>
                    <a:ext uri="{9D8B030D-6E8A-4147-A177-3AD203B41FA5}">
                      <a16:colId xmlns:a16="http://schemas.microsoft.com/office/drawing/2014/main" val="752466552"/>
                    </a:ext>
                  </a:extLst>
                </a:gridCol>
                <a:gridCol w="208280">
                  <a:extLst>
                    <a:ext uri="{9D8B030D-6E8A-4147-A177-3AD203B41FA5}">
                      <a16:colId xmlns:a16="http://schemas.microsoft.com/office/drawing/2014/main" val="1443842767"/>
                    </a:ext>
                  </a:extLst>
                </a:gridCol>
                <a:gridCol w="4187054">
                  <a:extLst>
                    <a:ext uri="{9D8B030D-6E8A-4147-A177-3AD203B41FA5}">
                      <a16:colId xmlns:a16="http://schemas.microsoft.com/office/drawing/2014/main" val="2247429558"/>
                    </a:ext>
                  </a:extLst>
                </a:gridCol>
              </a:tblGrid>
              <a:tr h="370840">
                <a:tc>
                  <a:txBody>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lang="en-GB" sz="2500" b="1" kern="1200" dirty="0" smtClean="0">
                          <a:solidFill>
                            <a:srgbClr val="990099"/>
                          </a:solidFill>
                          <a:effectLst/>
                          <a:latin typeface="Arial" panose="020B0604020202020204" pitchFamily="34" charset="0"/>
                          <a:ea typeface="+mn-ea"/>
                          <a:cs typeface="Arial" panose="020B0604020202020204" pitchFamily="34" charset="0"/>
                        </a:rPr>
                        <a:t>STIMULUS FR2 </a:t>
                      </a:r>
                      <a:r>
                        <a:rPr lang="en-GB" sz="2500" b="1" kern="1200" baseline="0" dirty="0" smtClean="0">
                          <a:solidFill>
                            <a:srgbClr val="990099"/>
                          </a:solidFill>
                          <a:effectLst/>
                          <a:latin typeface="Arial" panose="020B0604020202020204" pitchFamily="34" charset="0"/>
                          <a:ea typeface="+mn-ea"/>
                          <a:cs typeface="Arial" panose="020B0604020202020204" pitchFamily="34" charset="0"/>
                        </a:rPr>
                        <a:t> </a:t>
                      </a:r>
                      <a:br>
                        <a:rPr lang="en-GB" sz="2500" b="1" kern="1200" baseline="0" dirty="0" smtClean="0">
                          <a:solidFill>
                            <a:srgbClr val="990099"/>
                          </a:solidFill>
                          <a:effectLst/>
                          <a:latin typeface="Arial" panose="020B0604020202020204" pitchFamily="34" charset="0"/>
                          <a:ea typeface="+mn-ea"/>
                          <a:cs typeface="Arial" panose="020B0604020202020204" pitchFamily="34" charset="0"/>
                        </a:rPr>
                      </a:br>
                      <a:r>
                        <a:rPr lang="en-US" sz="25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candidates</a:t>
                      </a:r>
                    </a:p>
                    <a:p>
                      <a:pPr>
                        <a:spcBef>
                          <a:spcPts val="600"/>
                        </a:spcBef>
                        <a:spcAft>
                          <a:spcPts val="600"/>
                        </a:spcAft>
                      </a:pPr>
                      <a:r>
                        <a:rPr lang="en-GB" sz="2600" b="0" kern="1200" dirty="0" smtClean="0">
                          <a:solidFill>
                            <a:schemeClr val="tx1"/>
                          </a:solidFill>
                          <a:effectLst/>
                          <a:latin typeface="Arial" panose="020B0604020202020204" pitchFamily="34" charset="0"/>
                          <a:ea typeface="+mn-ea"/>
                          <a:cs typeface="Arial" panose="020B0604020202020204" pitchFamily="34" charset="0"/>
                        </a:rPr>
                        <a:t>You will talk to the teacher using the five prompts below.</a:t>
                      </a:r>
                    </a:p>
                    <a:p>
                      <a:pPr lvl="0">
                        <a:spcBef>
                          <a:spcPts val="600"/>
                        </a:spcBef>
                        <a:spcAft>
                          <a:spcPts val="600"/>
                        </a:spcAft>
                      </a:pPr>
                      <a:r>
                        <a:rPr lang="en-GB" sz="2600" b="0" kern="1200" dirty="0" smtClean="0">
                          <a:solidFill>
                            <a:schemeClr val="tx1"/>
                          </a:solidFill>
                          <a:effectLst/>
                          <a:latin typeface="Arial" panose="020B0604020202020204" pitchFamily="34" charset="0"/>
                          <a:ea typeface="+mn-ea"/>
                          <a:cs typeface="Arial" panose="020B0604020202020204" pitchFamily="34" charset="0"/>
                        </a:rPr>
                        <a:t>Where you see - </a:t>
                      </a:r>
                      <a:r>
                        <a:rPr lang="en-GB" sz="2600" b="0" kern="1200" dirty="0" smtClean="0">
                          <a:solidFill>
                            <a:srgbClr val="C00000"/>
                          </a:solidFill>
                          <a:effectLst/>
                          <a:latin typeface="Arial" panose="020B0604020202020204" pitchFamily="34" charset="0"/>
                          <a:ea typeface="+mn-ea"/>
                          <a:cs typeface="Arial" panose="020B0604020202020204" pitchFamily="34" charset="0"/>
                        </a:rPr>
                        <a:t>?</a:t>
                      </a:r>
                      <a:r>
                        <a:rPr lang="en-GB" sz="2600" b="0" kern="1200" dirty="0" smtClean="0">
                          <a:solidFill>
                            <a:schemeClr val="tx1"/>
                          </a:solidFill>
                          <a:effectLst/>
                          <a:latin typeface="Arial" panose="020B0604020202020204" pitchFamily="34" charset="0"/>
                          <a:ea typeface="+mn-ea"/>
                          <a:cs typeface="Arial" panose="020B0604020202020204" pitchFamily="34" charset="0"/>
                        </a:rPr>
                        <a:t> - you must ask a question.</a:t>
                      </a:r>
                    </a:p>
                    <a:p>
                      <a:pPr lvl="0">
                        <a:spcAft>
                          <a:spcPts val="600"/>
                        </a:spcAft>
                      </a:pPr>
                      <a:r>
                        <a:rPr lang="en-GB" sz="2600" b="0" kern="1200" dirty="0" smtClean="0">
                          <a:solidFill>
                            <a:schemeClr val="tx1"/>
                          </a:solidFill>
                          <a:effectLst/>
                          <a:latin typeface="Arial" panose="020B0604020202020204" pitchFamily="34" charset="0"/>
                          <a:ea typeface="+mn-ea"/>
                          <a:cs typeface="Arial" panose="020B0604020202020204" pitchFamily="34" charset="0"/>
                        </a:rPr>
                        <a:t>Where you see - </a:t>
                      </a:r>
                      <a:r>
                        <a:rPr lang="en-GB" sz="2600" b="0" kern="1200" dirty="0" smtClean="0">
                          <a:solidFill>
                            <a:srgbClr val="C00000"/>
                          </a:solidFill>
                          <a:effectLst/>
                          <a:latin typeface="Arial" panose="020B0604020202020204" pitchFamily="34" charset="0"/>
                          <a:ea typeface="+mn-ea"/>
                          <a:cs typeface="Arial" panose="020B0604020202020204" pitchFamily="34" charset="0"/>
                        </a:rPr>
                        <a:t>!</a:t>
                      </a:r>
                      <a:r>
                        <a:rPr lang="en-GB" sz="2600" b="0" kern="1200" dirty="0" smtClean="0">
                          <a:solidFill>
                            <a:schemeClr val="tx1"/>
                          </a:solidFill>
                          <a:effectLst/>
                          <a:latin typeface="Arial" panose="020B0604020202020204" pitchFamily="34" charset="0"/>
                          <a:ea typeface="+mn-ea"/>
                          <a:cs typeface="Arial" panose="020B0604020202020204" pitchFamily="34" charset="0"/>
                        </a:rPr>
                        <a:t> - you must respond to something you have not prepared.</a:t>
                      </a: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600" i="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GB" sz="2500" b="1" i="0" kern="1200" dirty="0" smtClean="0">
                          <a:solidFill>
                            <a:srgbClr val="990099"/>
                          </a:solidFill>
                          <a:effectLst/>
                          <a:latin typeface="Arial" panose="020B0604020202020204" pitchFamily="34" charset="0"/>
                          <a:ea typeface="+mn-ea"/>
                          <a:cs typeface="Arial" panose="020B0604020202020204" pitchFamily="34" charset="0"/>
                        </a:rPr>
                        <a:t>STIMULUS FR2</a:t>
                      </a:r>
                      <a:endParaRPr lang="gu-IN" sz="2500" b="1" i="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lang="en-US" sz="25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teacher </a:t>
                      </a:r>
                    </a:p>
                    <a:p>
                      <a:pPr lvl="0">
                        <a:spcAft>
                          <a:spcPts val="400"/>
                        </a:spcAft>
                      </a:pPr>
                      <a:r>
                        <a:rPr lang="en-GB" sz="2600" b="0" i="0" kern="1200" dirty="0" smtClean="0">
                          <a:solidFill>
                            <a:schemeClr val="tx1"/>
                          </a:solidFill>
                          <a:effectLst/>
                          <a:latin typeface="Arial" panose="020B0604020202020204" pitchFamily="34" charset="0"/>
                          <a:ea typeface="+mn-ea"/>
                          <a:cs typeface="Arial" panose="020B0604020202020204" pitchFamily="34" charset="0"/>
                        </a:rPr>
                        <a:t>There must be </a:t>
                      </a:r>
                      <a:r>
                        <a:rPr lang="en-GB" sz="2600" b="0" i="0" kern="1200" dirty="0" smtClean="0">
                          <a:solidFill>
                            <a:srgbClr val="C00000"/>
                          </a:solidFill>
                          <a:effectLst/>
                          <a:latin typeface="Arial" panose="020B0604020202020204" pitchFamily="34" charset="0"/>
                          <a:ea typeface="+mn-ea"/>
                          <a:cs typeface="Arial" panose="020B0604020202020204" pitchFamily="34" charset="0"/>
                        </a:rPr>
                        <a:t>no supplementary questions</a:t>
                      </a:r>
                      <a:br>
                        <a:rPr lang="en-GB" sz="2600" b="0" i="0" kern="1200" dirty="0" smtClean="0">
                          <a:solidFill>
                            <a:srgbClr val="C00000"/>
                          </a:solidFill>
                          <a:effectLst/>
                          <a:latin typeface="Arial" panose="020B0604020202020204" pitchFamily="34" charset="0"/>
                          <a:ea typeface="+mn-ea"/>
                          <a:cs typeface="Arial" panose="020B0604020202020204" pitchFamily="34" charset="0"/>
                        </a:rPr>
                      </a:br>
                      <a:r>
                        <a:rPr lang="en-GB" sz="2600" b="0" i="0" kern="1200" dirty="0" smtClean="0">
                          <a:solidFill>
                            <a:srgbClr val="C00000"/>
                          </a:solidFill>
                          <a:effectLst/>
                          <a:latin typeface="Arial" panose="020B0604020202020204" pitchFamily="34" charset="0"/>
                          <a:ea typeface="+mn-ea"/>
                          <a:cs typeface="Arial" panose="020B0604020202020204" pitchFamily="34" charset="0"/>
                        </a:rPr>
                        <a:t>or no rephrasing of questions </a:t>
                      </a:r>
                      <a:r>
                        <a:rPr lang="en-GB" sz="2600" b="0" i="0" kern="1200" dirty="0" smtClean="0">
                          <a:solidFill>
                            <a:schemeClr val="tx1"/>
                          </a:solidFill>
                          <a:effectLst/>
                          <a:latin typeface="Arial" panose="020B0604020202020204" pitchFamily="34" charset="0"/>
                          <a:ea typeface="+mn-ea"/>
                          <a:cs typeface="Arial" panose="020B0604020202020204" pitchFamily="34" charset="0"/>
                        </a:rPr>
                        <a:t>but questions may be repeated only twice.</a:t>
                      </a: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14475729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4</a:t>
            </a:fld>
            <a:endParaRPr lang="en-GB" dirty="0" smtClean="0"/>
          </a:p>
        </p:txBody>
      </p:sp>
      <p:sp>
        <p:nvSpPr>
          <p:cNvPr id="11" name="Rectangle 2"/>
          <p:cNvSpPr>
            <a:spLocks noGrp="1" noChangeArrowheads="1"/>
          </p:cNvSpPr>
          <p:nvPr>
            <p:ph type="title"/>
          </p:nvPr>
        </p:nvSpPr>
        <p:spPr>
          <a:xfrm>
            <a:off x="377791" y="761999"/>
            <a:ext cx="9309232" cy="479699"/>
          </a:xfrm>
        </p:spPr>
        <p:txBody>
          <a:bodyPr/>
          <a:lstStyle/>
          <a:p>
            <a:r>
              <a:rPr lang="en-GB" sz="2400" dirty="0">
                <a:solidFill>
                  <a:srgbClr val="0000CC"/>
                </a:solidFill>
              </a:rPr>
              <a:t>Task 1 – SAMs 2018 - Role play (F) – Cultural Life</a:t>
            </a:r>
          </a:p>
        </p:txBody>
      </p:sp>
      <p:graphicFrame>
        <p:nvGraphicFramePr>
          <p:cNvPr id="2" name="Table 1"/>
          <p:cNvGraphicFramePr>
            <a:graphicFrameLocks noGrp="1"/>
          </p:cNvGraphicFramePr>
          <p:nvPr>
            <p:extLst>
              <p:ext uri="{D42A27DB-BD31-4B8C-83A1-F6EECF244321}">
                <p14:modId xmlns:p14="http://schemas.microsoft.com/office/powerpoint/2010/main" val="3979148573"/>
              </p:ext>
            </p:extLst>
          </p:nvPr>
        </p:nvGraphicFramePr>
        <p:xfrm>
          <a:off x="533400" y="1429791"/>
          <a:ext cx="8991600" cy="4471416"/>
        </p:xfrm>
        <a:graphic>
          <a:graphicData uri="http://schemas.openxmlformats.org/drawingml/2006/table">
            <a:tbl>
              <a:tblPr firstRow="1" bandRow="1">
                <a:tableStyleId>{5C22544A-7EE6-4342-B048-85BDC9FD1C3A}</a:tableStyleId>
              </a:tblPr>
              <a:tblGrid>
                <a:gridCol w="2647001">
                  <a:extLst>
                    <a:ext uri="{9D8B030D-6E8A-4147-A177-3AD203B41FA5}">
                      <a16:colId xmlns:a16="http://schemas.microsoft.com/office/drawing/2014/main" val="122549117"/>
                    </a:ext>
                  </a:extLst>
                </a:gridCol>
                <a:gridCol w="208280">
                  <a:extLst>
                    <a:ext uri="{9D8B030D-6E8A-4147-A177-3AD203B41FA5}">
                      <a16:colId xmlns:a16="http://schemas.microsoft.com/office/drawing/2014/main" val="2082701067"/>
                    </a:ext>
                  </a:extLst>
                </a:gridCol>
                <a:gridCol w="6136319">
                  <a:extLst>
                    <a:ext uri="{9D8B030D-6E8A-4147-A177-3AD203B41FA5}">
                      <a16:colId xmlns:a16="http://schemas.microsoft.com/office/drawing/2014/main" val="2317497761"/>
                    </a:ext>
                  </a:extLst>
                </a:gridCol>
              </a:tblGrid>
              <a:tr h="370840">
                <a:tc>
                  <a:txBody>
                    <a:bodyPr/>
                    <a:lstStyle/>
                    <a:p>
                      <a:pPr>
                        <a:spcAft>
                          <a:spcPts val="400"/>
                        </a:spcAft>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FR2</a:t>
                      </a:r>
                    </a:p>
                    <a:p>
                      <a:pPr marL="0" marR="0" lvl="0" indent="0" algn="l" defTabSz="914400" rtl="0" eaLnBrk="1" fontAlgn="auto" latinLnBrk="0" hangingPunct="1">
                        <a:lnSpc>
                          <a:spcPct val="100000"/>
                        </a:lnSpc>
                        <a:spcBef>
                          <a:spcPts val="0"/>
                        </a:spcBef>
                        <a:spcAft>
                          <a:spcPts val="400"/>
                        </a:spcAft>
                        <a:buClrTx/>
                        <a:buSzTx/>
                        <a:buFontTx/>
                        <a:buNone/>
                        <a:tabLst/>
                        <a:defRPr/>
                      </a:pPr>
                      <a:r>
                        <a:rPr lang="en-US" sz="23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candidates</a:t>
                      </a:r>
                    </a:p>
                    <a:p>
                      <a:pPr>
                        <a:spcAft>
                          <a:spcPts val="600"/>
                        </a:spcAft>
                      </a:pPr>
                      <a:r>
                        <a:rPr lang="gu-IN" sz="2300" b="0" kern="1200" dirty="0" smtClean="0">
                          <a:solidFill>
                            <a:srgbClr val="990099"/>
                          </a:solidFill>
                          <a:effectLst/>
                          <a:latin typeface="Arial" panose="020B0604020202020204" pitchFamily="34" charset="0"/>
                          <a:ea typeface="+mn-ea"/>
                          <a:cs typeface="+mn-cs"/>
                        </a:rPr>
                        <a:t>તમે તમારા ગુજરાતી મિત્ર સાથે એક સંગીતના ઉત્સવમાં જવાના છો.</a:t>
                      </a:r>
                      <a:endParaRPr lang="en-GB" sz="2300" b="0" kern="1200" dirty="0" smtClean="0">
                        <a:solidFill>
                          <a:srgbClr val="990099"/>
                        </a:solidFill>
                        <a:effectLst/>
                        <a:latin typeface="Arial" panose="020B0604020202020204" pitchFamily="34" charset="0"/>
                        <a:ea typeface="+mn-ea"/>
                        <a:cs typeface="+mn-cs"/>
                      </a:endParaRPr>
                    </a:p>
                    <a:p>
                      <a:pPr marL="457200" indent="-457200">
                        <a:spcAft>
                          <a:spcPts val="600"/>
                        </a:spcAft>
                        <a:buAutoNum type="arabicPeriod"/>
                        <a:tabLst>
                          <a:tab pos="357188" algn="l"/>
                        </a:tabLst>
                      </a:pPr>
                      <a:r>
                        <a:rPr lang="gu-IN" sz="2300" b="0" kern="1200" dirty="0" smtClean="0">
                          <a:solidFill>
                            <a:srgbClr val="0000CC"/>
                          </a:solidFill>
                          <a:effectLst/>
                          <a:latin typeface="Arial" panose="020B0604020202020204" pitchFamily="34" charset="0"/>
                          <a:ea typeface="+mn-ea"/>
                          <a:cs typeface="+mn-cs"/>
                        </a:rPr>
                        <a:t>આ ઉત્સવમાં જવાનું</a:t>
                      </a:r>
                      <a:r>
                        <a:rPr lang="en-GB" sz="2300" b="0" kern="1200" dirty="0" smtClean="0">
                          <a:solidFill>
                            <a:srgbClr val="0000CC"/>
                          </a:solidFill>
                          <a:effectLst/>
                          <a:latin typeface="Arial" panose="020B0604020202020204" pitchFamily="34" charset="0"/>
                          <a:ea typeface="+mn-ea"/>
                          <a:cs typeface="Arial" panose="020B0604020202020204" pitchFamily="34" charset="0"/>
                        </a:rPr>
                        <a:t> –</a:t>
                      </a:r>
                      <a:r>
                        <a:rPr lang="gu-IN" sz="2300" b="0" kern="1200" dirty="0" smtClean="0">
                          <a:solidFill>
                            <a:srgbClr val="0000CC"/>
                          </a:solidFill>
                          <a:effectLst/>
                          <a:latin typeface="Arial" panose="020B0604020202020204" pitchFamily="34" charset="0"/>
                          <a:ea typeface="+mn-ea"/>
                          <a:cs typeface="+mn-cs"/>
                        </a:rPr>
                        <a:t> કારણ</a:t>
                      </a: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FR2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3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teacher </a:t>
                      </a:r>
                    </a:p>
                    <a:p>
                      <a:pPr marL="0" marR="0" lvl="0" indent="0" algn="l" defTabSz="914400" rtl="0" eaLnBrk="1" fontAlgn="auto" latinLnBrk="0" hangingPunct="1">
                        <a:lnSpc>
                          <a:spcPct val="100000"/>
                        </a:lnSpc>
                        <a:spcBef>
                          <a:spcPts val="0"/>
                        </a:spcBef>
                        <a:spcAft>
                          <a:spcPts val="800"/>
                        </a:spcAft>
                        <a:buClrTx/>
                        <a:buSzTx/>
                        <a:buFontTx/>
                        <a:buNone/>
                        <a:tabLst/>
                        <a:defRPr/>
                      </a:pPr>
                      <a:r>
                        <a:rPr lang="en-GB" sz="2300" b="0" i="0" u="none" strike="noStrike" kern="1200" baseline="0" dirty="0" smtClean="0">
                          <a:solidFill>
                            <a:srgbClr val="990099"/>
                          </a:solidFill>
                          <a:latin typeface="Arial" panose="020B0604020202020204" pitchFamily="34" charset="0"/>
                          <a:ea typeface="+mn-ea"/>
                          <a:cs typeface="Arial" panose="020B0604020202020204" pitchFamily="34" charset="0"/>
                        </a:rPr>
                        <a:t>Begin the role play with the following introduction.</a:t>
                      </a:r>
                    </a:p>
                    <a:p>
                      <a:pPr marL="0" marR="0" lvl="0" indent="0" algn="l" defTabSz="914400" rtl="0" eaLnBrk="1" fontAlgn="auto" latinLnBrk="0" hangingPunct="1">
                        <a:lnSpc>
                          <a:spcPct val="100000"/>
                        </a:lnSpc>
                        <a:spcBef>
                          <a:spcPts val="0"/>
                        </a:spcBef>
                        <a:spcAft>
                          <a:spcPts val="800"/>
                        </a:spcAft>
                        <a:buClrTx/>
                        <a:buSzTx/>
                        <a:buFontTx/>
                        <a:buNone/>
                        <a:tabLst/>
                        <a:defRPr/>
                      </a:pPr>
                      <a:r>
                        <a:rPr lang="gu-IN" sz="2300" b="0" i="0" u="none" strike="noStrike" kern="1200" baseline="0" dirty="0" smtClean="0">
                          <a:solidFill>
                            <a:srgbClr val="990099"/>
                          </a:solidFill>
                          <a:latin typeface="Arial" panose="020B0604020202020204" pitchFamily="34" charset="0"/>
                          <a:ea typeface="+mn-ea"/>
                          <a:cs typeface="+mn-cs"/>
                        </a:rPr>
                        <a:t>તમે તમારા ગુજરાતી મિત્ર સાથે એક </a:t>
                      </a:r>
                      <a:r>
                        <a:rPr lang="gu-IN" sz="2300" b="0" i="0" u="none" strike="noStrike" kern="1200" baseline="0" smtClean="0">
                          <a:solidFill>
                            <a:srgbClr val="990099"/>
                          </a:solidFill>
                          <a:latin typeface="Arial" panose="020B0604020202020204" pitchFamily="34" charset="0"/>
                          <a:ea typeface="+mn-ea"/>
                          <a:cs typeface="+mn-cs"/>
                        </a:rPr>
                        <a:t>સંગીતના ઉત્સવમાં </a:t>
                      </a:r>
                      <a:r>
                        <a:rPr lang="gu-IN" sz="2300" b="0" i="0" u="none" strike="noStrike" kern="1200" baseline="0" dirty="0" smtClean="0">
                          <a:solidFill>
                            <a:srgbClr val="990099"/>
                          </a:solidFill>
                          <a:latin typeface="Arial" panose="020B0604020202020204" pitchFamily="34" charset="0"/>
                          <a:ea typeface="+mn-ea"/>
                          <a:cs typeface="+mn-cs"/>
                        </a:rPr>
                        <a:t>જવાના છો. તમે તમારા મિત્ર સાથે વાત </a:t>
                      </a:r>
                      <a:br>
                        <a:rPr lang="gu-IN" sz="2300" b="0" i="0" u="none" strike="noStrike" kern="1200" baseline="0" dirty="0" smtClean="0">
                          <a:solidFill>
                            <a:srgbClr val="990099"/>
                          </a:solidFill>
                          <a:latin typeface="Arial" panose="020B0604020202020204" pitchFamily="34" charset="0"/>
                          <a:ea typeface="+mn-ea"/>
                          <a:cs typeface="+mn-cs"/>
                        </a:rPr>
                      </a:br>
                      <a:r>
                        <a:rPr lang="gu-IN" sz="2300" b="0" i="0" u="none" strike="noStrike" kern="1200" baseline="0" dirty="0" smtClean="0">
                          <a:solidFill>
                            <a:srgbClr val="990099"/>
                          </a:solidFill>
                          <a:latin typeface="Arial" panose="020B0604020202020204" pitchFamily="34" charset="0"/>
                          <a:ea typeface="+mn-ea"/>
                          <a:cs typeface="+mn-cs"/>
                        </a:rPr>
                        <a:t>કરો છો.</a:t>
                      </a:r>
                    </a:p>
                    <a:p>
                      <a:pPr marL="0" marR="0" lvl="0" indent="0" algn="l" defTabSz="914400" rtl="0" eaLnBrk="1" fontAlgn="auto" latinLnBrk="0" hangingPunct="1">
                        <a:lnSpc>
                          <a:spcPct val="100000"/>
                        </a:lnSpc>
                        <a:spcBef>
                          <a:spcPts val="0"/>
                        </a:spcBef>
                        <a:spcAft>
                          <a:spcPts val="400"/>
                        </a:spcAft>
                        <a:buClrTx/>
                        <a:buSzTx/>
                        <a:buFontTx/>
                        <a:buNone/>
                        <a:tabLst/>
                        <a:defRPr/>
                      </a:pPr>
                      <a:r>
                        <a:rPr lang="en-GB" sz="2300" b="1" kern="1200" dirty="0" smtClean="0">
                          <a:solidFill>
                            <a:srgbClr val="0000CC"/>
                          </a:solidFill>
                          <a:effectLst/>
                          <a:latin typeface="Arial" panose="020B0604020202020204" pitchFamily="34" charset="0"/>
                          <a:ea typeface="+mn-ea"/>
                          <a:cs typeface="Arial" panose="020B0604020202020204" pitchFamily="34" charset="0"/>
                        </a:rPr>
                        <a:t>1. E - </a:t>
                      </a:r>
                      <a:r>
                        <a:rPr lang="gu-IN" sz="2300" b="1" kern="1200" dirty="0" smtClean="0">
                          <a:solidFill>
                            <a:srgbClr val="0000CC"/>
                          </a:solidFill>
                          <a:effectLst/>
                          <a:latin typeface="Arial" panose="020B0604020202020204" pitchFamily="34" charset="0"/>
                          <a:ea typeface="+mn-ea"/>
                          <a:cs typeface="+mn-cs"/>
                        </a:rPr>
                        <a:t>તને શા માટે આ ઉત્સવમાં જવું છે</a:t>
                      </a:r>
                      <a:r>
                        <a:rPr lang="en-GB" sz="2300" b="1" kern="1200" dirty="0" smtClean="0">
                          <a:solidFill>
                            <a:srgbClr val="0000CC"/>
                          </a:solidFill>
                          <a:effectLst/>
                          <a:latin typeface="Arial" panose="020B0604020202020204" pitchFamily="34" charset="0"/>
                          <a:ea typeface="+mn-ea"/>
                          <a:cs typeface="Arial" panose="020B0604020202020204" pitchFamily="34" charset="0"/>
                        </a:rPr>
                        <a:t>?</a:t>
                      </a:r>
                    </a:p>
                    <a:p>
                      <a:pPr marL="0" indent="0">
                        <a:lnSpc>
                          <a:spcPct val="110000"/>
                        </a:lnSpc>
                        <a:spcBef>
                          <a:spcPts val="500"/>
                        </a:spcBef>
                        <a:spcAft>
                          <a:spcPts val="700"/>
                        </a:spcAft>
                        <a:buFont typeface="Arial" panose="020B0604020202020204" pitchFamily="34" charset="0"/>
                        <a:buNone/>
                        <a:tabLst/>
                      </a:pPr>
                      <a:r>
                        <a:rPr lang="en-GB" sz="2300" b="0" dirty="0" smtClean="0">
                          <a:solidFill>
                            <a:srgbClr val="0000CC"/>
                          </a:solidFill>
                          <a:latin typeface="Arial" panose="020B0604020202020204" pitchFamily="34" charset="0"/>
                        </a:rPr>
                        <a:t>C - </a:t>
                      </a:r>
                      <a:r>
                        <a:rPr lang="gu-IN" sz="2300" b="0" dirty="0" smtClean="0">
                          <a:solidFill>
                            <a:srgbClr val="0000CC"/>
                          </a:solidFill>
                          <a:latin typeface="Arial" panose="020B0604020202020204" pitchFamily="34" charset="0"/>
                        </a:rPr>
                        <a:t>મારા માતાપિતાએ મને ૧૮મી વર્ષગાંઠની ભેટમાં મારા મનગમતા ગાયકના કાર્યક્રમની ટિકિટ આપી છે તેથી આ ઉત્સવમાં જવું</a:t>
                      </a:r>
                      <a:r>
                        <a:rPr lang="gu-IN" sz="2300" b="0" baseline="0" dirty="0" smtClean="0">
                          <a:solidFill>
                            <a:srgbClr val="0000CC"/>
                          </a:solidFill>
                          <a:latin typeface="Arial" panose="020B0604020202020204" pitchFamily="34" charset="0"/>
                        </a:rPr>
                        <a:t> છે</a:t>
                      </a:r>
                      <a:r>
                        <a:rPr lang="gu-IN" sz="2300" b="0" dirty="0" smtClean="0">
                          <a:solidFill>
                            <a:srgbClr val="0000CC"/>
                          </a:solidFill>
                          <a:latin typeface="Arial" panose="020B0604020202020204" pitchFamily="34" charset="0"/>
                        </a:rPr>
                        <a:t>.</a:t>
                      </a:r>
                      <a:endParaRPr lang="en-GB" sz="2300" b="0" dirty="0" smtClean="0">
                        <a:solidFill>
                          <a:srgbClr val="0000CC"/>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9726241"/>
                  </a:ext>
                </a:extLst>
              </a:tr>
            </a:tbl>
          </a:graphicData>
        </a:graphic>
      </p:graphicFrame>
    </p:spTree>
    <p:extLst>
      <p:ext uri="{BB962C8B-B14F-4D97-AF65-F5344CB8AC3E}">
        <p14:creationId xmlns:p14="http://schemas.microsoft.com/office/powerpoint/2010/main" val="2028740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5</a:t>
            </a:fld>
            <a:endParaRPr lang="en-GB" dirty="0" smtClean="0"/>
          </a:p>
        </p:txBody>
      </p:sp>
      <p:sp>
        <p:nvSpPr>
          <p:cNvPr id="11" name="Rectangle 2"/>
          <p:cNvSpPr>
            <a:spLocks noGrp="1" noChangeArrowheads="1"/>
          </p:cNvSpPr>
          <p:nvPr>
            <p:ph type="title"/>
          </p:nvPr>
        </p:nvSpPr>
        <p:spPr>
          <a:xfrm>
            <a:off x="377791" y="761999"/>
            <a:ext cx="9309232" cy="479699"/>
          </a:xfrm>
        </p:spPr>
        <p:txBody>
          <a:bodyPr/>
          <a:lstStyle/>
          <a:p>
            <a:r>
              <a:rPr lang="en-GB" sz="2400" dirty="0">
                <a:solidFill>
                  <a:srgbClr val="0000CC"/>
                </a:solidFill>
              </a:rPr>
              <a:t>Task 1 – SAMs 2018 - Role play (F) – Cultural Life</a:t>
            </a:r>
          </a:p>
        </p:txBody>
      </p:sp>
      <p:graphicFrame>
        <p:nvGraphicFramePr>
          <p:cNvPr id="2" name="Table 1"/>
          <p:cNvGraphicFramePr>
            <a:graphicFrameLocks noGrp="1"/>
          </p:cNvGraphicFramePr>
          <p:nvPr>
            <p:extLst>
              <p:ext uri="{D42A27DB-BD31-4B8C-83A1-F6EECF244321}">
                <p14:modId xmlns:p14="http://schemas.microsoft.com/office/powerpoint/2010/main" val="562363515"/>
              </p:ext>
            </p:extLst>
          </p:nvPr>
        </p:nvGraphicFramePr>
        <p:xfrm>
          <a:off x="533400" y="1496295"/>
          <a:ext cx="9067800" cy="4079240"/>
        </p:xfrm>
        <a:graphic>
          <a:graphicData uri="http://schemas.openxmlformats.org/drawingml/2006/table">
            <a:tbl>
              <a:tblPr firstRow="1" bandRow="1">
                <a:tableStyleId>{5C22544A-7EE6-4342-B048-85BDC9FD1C3A}</a:tableStyleId>
              </a:tblPr>
              <a:tblGrid>
                <a:gridCol w="2647001">
                  <a:extLst>
                    <a:ext uri="{9D8B030D-6E8A-4147-A177-3AD203B41FA5}">
                      <a16:colId xmlns:a16="http://schemas.microsoft.com/office/drawing/2014/main" val="122549117"/>
                    </a:ext>
                  </a:extLst>
                </a:gridCol>
                <a:gridCol w="208280">
                  <a:extLst>
                    <a:ext uri="{9D8B030D-6E8A-4147-A177-3AD203B41FA5}">
                      <a16:colId xmlns:a16="http://schemas.microsoft.com/office/drawing/2014/main" val="2082701067"/>
                    </a:ext>
                  </a:extLst>
                </a:gridCol>
                <a:gridCol w="6212519">
                  <a:extLst>
                    <a:ext uri="{9D8B030D-6E8A-4147-A177-3AD203B41FA5}">
                      <a16:colId xmlns:a16="http://schemas.microsoft.com/office/drawing/2014/main" val="2317497761"/>
                    </a:ext>
                  </a:extLst>
                </a:gridCol>
              </a:tblGrid>
              <a:tr h="370840">
                <a:tc>
                  <a:txBody>
                    <a:bodyPr/>
                    <a:lstStyle/>
                    <a:p>
                      <a:pPr>
                        <a:lnSpc>
                          <a:spcPct val="100000"/>
                        </a:lnSpc>
                        <a:spcBef>
                          <a:spcPts val="400"/>
                        </a:spcBef>
                        <a:spcAft>
                          <a:spcPts val="400"/>
                        </a:spcAft>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FR2</a:t>
                      </a:r>
                    </a:p>
                    <a:p>
                      <a:pPr marL="0" marR="0" lvl="0" indent="0" algn="l" defTabSz="914400" rtl="0" eaLnBrk="1" fontAlgn="auto" latinLnBrk="0" hangingPunct="1">
                        <a:lnSpc>
                          <a:spcPct val="100000"/>
                        </a:lnSpc>
                        <a:spcBef>
                          <a:spcPts val="400"/>
                        </a:spcBef>
                        <a:spcAft>
                          <a:spcPts val="400"/>
                        </a:spcAft>
                        <a:buClrTx/>
                        <a:buSzTx/>
                        <a:buFontTx/>
                        <a:buNone/>
                        <a:tabLst/>
                        <a:defRPr/>
                      </a:pPr>
                      <a:r>
                        <a:rPr lang="en-US" sz="23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candidates</a:t>
                      </a:r>
                      <a:endParaRPr lang="gu-IN" sz="2300" b="1" i="0" u="none" strike="noStrike" kern="1200" baseline="0" dirty="0" smtClean="0">
                        <a:solidFill>
                          <a:srgbClr val="006600"/>
                        </a:solidFill>
                        <a:latin typeface="Arial" panose="020B0604020202020204" pitchFamily="34" charset="0"/>
                        <a:ea typeface="+mn-ea"/>
                        <a:cs typeface="Arial" panose="020B0604020202020204" pitchFamily="34" charset="0"/>
                      </a:endParaRPr>
                    </a:p>
                    <a:p>
                      <a:pPr marL="457200" marR="0" lvl="0" indent="-457200" algn="l" defTabSz="914400" rtl="0" eaLnBrk="1" fontAlgn="auto" latinLnBrk="0" hangingPunct="1">
                        <a:lnSpc>
                          <a:spcPct val="100000"/>
                        </a:lnSpc>
                        <a:spcBef>
                          <a:spcPts val="400"/>
                        </a:spcBef>
                        <a:spcAft>
                          <a:spcPts val="400"/>
                        </a:spcAft>
                        <a:buClrTx/>
                        <a:buSzTx/>
                        <a:buFontTx/>
                        <a:buAutoNum type="arabicPeriod" startAt="2"/>
                        <a:tabLst>
                          <a:tab pos="357188" algn="l"/>
                        </a:tabLst>
                        <a:defRPr/>
                      </a:pPr>
                      <a:r>
                        <a:rPr lang="gu-IN" sz="2300" b="0" kern="1200" dirty="0" smtClean="0">
                          <a:solidFill>
                            <a:srgbClr val="990099"/>
                          </a:solidFill>
                          <a:effectLst/>
                          <a:latin typeface="Arial" panose="020B0604020202020204" pitchFamily="34" charset="0"/>
                          <a:ea typeface="+mn-ea"/>
                          <a:cs typeface="+mn-cs"/>
                        </a:rPr>
                        <a:t>ઉત્સવમાં - કેટલો સમય</a:t>
                      </a:r>
                      <a:endParaRPr lang="en-GB" sz="2300" b="0" kern="1200" dirty="0" smtClean="0">
                        <a:solidFill>
                          <a:srgbClr val="990099"/>
                        </a:solidFill>
                        <a:effectLst/>
                        <a:latin typeface="Arial" panose="020B0604020202020204" pitchFamily="34" charset="0"/>
                        <a:ea typeface="+mn-ea"/>
                        <a:cs typeface="Arial" panose="020B0604020202020204" pitchFamily="34" charset="0"/>
                      </a:endParaRPr>
                    </a:p>
                    <a:p>
                      <a:pPr marL="342900" indent="-342900">
                        <a:lnSpc>
                          <a:spcPct val="100000"/>
                        </a:lnSpc>
                        <a:spcBef>
                          <a:spcPts val="400"/>
                        </a:spcBef>
                        <a:spcAft>
                          <a:spcPts val="400"/>
                        </a:spcAft>
                        <a:buAutoNum type="arabicPeriod" startAt="3"/>
                        <a:tabLst>
                          <a:tab pos="357188" algn="l"/>
                        </a:tabLst>
                      </a:pPr>
                      <a:r>
                        <a:rPr lang="en-GB" sz="2300" b="1" kern="1200" dirty="0" smtClean="0">
                          <a:solidFill>
                            <a:srgbClr val="0000CC"/>
                          </a:solidFill>
                          <a:effectLst/>
                          <a:latin typeface="Arial" panose="020B0604020202020204" pitchFamily="34" charset="0"/>
                          <a:ea typeface="+mn-ea"/>
                          <a:cs typeface="Arial" panose="020B0604020202020204" pitchFamily="34" charset="0"/>
                        </a:rPr>
                        <a:t>! </a:t>
                      </a:r>
                    </a:p>
                    <a:p>
                      <a:pPr marL="0" indent="0">
                        <a:lnSpc>
                          <a:spcPct val="100000"/>
                        </a:lnSpc>
                        <a:spcBef>
                          <a:spcPts val="400"/>
                        </a:spcBef>
                        <a:spcAft>
                          <a:spcPts val="400"/>
                        </a:spcAft>
                        <a:buNone/>
                        <a:tabLst>
                          <a:tab pos="357188" algn="l"/>
                        </a:tabLst>
                      </a:pPr>
                      <a:r>
                        <a:rPr lang="en-GB" sz="2300" b="0" kern="1200" dirty="0" smtClean="0">
                          <a:solidFill>
                            <a:srgbClr val="0000CC"/>
                          </a:solidFill>
                          <a:effectLst/>
                          <a:latin typeface="Arial" panose="020B0604020202020204" pitchFamily="34" charset="0"/>
                          <a:ea typeface="+mn-ea"/>
                          <a:cs typeface="Arial" panose="020B0604020202020204" pitchFamily="34" charset="0"/>
                        </a:rPr>
                        <a:t>(unpredictable</a:t>
                      </a:r>
                      <a:r>
                        <a:rPr lang="en-GB" sz="2300" b="0" kern="1200" baseline="0" dirty="0" smtClean="0">
                          <a:solidFill>
                            <a:srgbClr val="0000CC"/>
                          </a:solidFill>
                          <a:effectLst/>
                          <a:latin typeface="Arial" panose="020B0604020202020204" pitchFamily="34" charset="0"/>
                          <a:ea typeface="+mn-ea"/>
                          <a:cs typeface="Arial" panose="020B0604020202020204" pitchFamily="34" charset="0"/>
                        </a:rPr>
                        <a:t> Q)</a:t>
                      </a:r>
                    </a:p>
                    <a:p>
                      <a:pPr marL="457200" marR="0" lvl="0" indent="-457200" algn="l" defTabSz="914400" rtl="0" eaLnBrk="1" fontAlgn="auto" latinLnBrk="0" hangingPunct="1">
                        <a:lnSpc>
                          <a:spcPct val="100000"/>
                        </a:lnSpc>
                        <a:spcBef>
                          <a:spcPts val="400"/>
                        </a:spcBef>
                        <a:spcAft>
                          <a:spcPts val="400"/>
                        </a:spcAft>
                        <a:buClrTx/>
                        <a:buSzTx/>
                        <a:buFontTx/>
                        <a:buAutoNum type="arabicPeriod" startAt="2"/>
                        <a:tabLst>
                          <a:tab pos="357188" algn="l"/>
                        </a:tabLst>
                        <a:defRPr/>
                      </a:pPr>
                      <a:endParaRPr lang="en-GB" sz="2300" b="0" kern="1200" dirty="0" smtClean="0">
                        <a:solidFill>
                          <a:srgbClr val="990099"/>
                        </a:solidFill>
                        <a:effectLst/>
                        <a:latin typeface="Arial" panose="020B0604020202020204" pitchFamily="34" charset="0"/>
                        <a:ea typeface="+mn-ea"/>
                        <a:cs typeface="Arial" panose="020B0604020202020204" pitchFamily="34" charset="0"/>
                      </a:endParaRP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400"/>
                        </a:spcBef>
                        <a:spcAft>
                          <a:spcPts val="400"/>
                        </a:spcAft>
                      </a:pPr>
                      <a:endParaRPr lang="en-GB" sz="23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FR2 </a:t>
                      </a:r>
                    </a:p>
                    <a:p>
                      <a:pPr marL="0" marR="0" lvl="0" indent="0" algn="l" defTabSz="914400" rtl="0" eaLnBrk="1" fontAlgn="auto" latinLnBrk="0" hangingPunct="1">
                        <a:lnSpc>
                          <a:spcPct val="100000"/>
                        </a:lnSpc>
                        <a:spcBef>
                          <a:spcPts val="400"/>
                        </a:spcBef>
                        <a:spcAft>
                          <a:spcPts val="400"/>
                        </a:spcAft>
                        <a:buClrTx/>
                        <a:buSzTx/>
                        <a:buFont typeface="Arial" panose="020B0604020202020204" pitchFamily="34" charset="0"/>
                        <a:buNone/>
                        <a:tabLst/>
                        <a:defRPr/>
                      </a:pPr>
                      <a:r>
                        <a:rPr lang="en-US" sz="23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teacher </a:t>
                      </a:r>
                    </a:p>
                    <a:p>
                      <a:pPr marL="0" marR="0" lvl="0" indent="0" algn="l" defTabSz="914400" rtl="0" eaLnBrk="1" fontAlgn="auto" latinLnBrk="0" hangingPunct="1">
                        <a:lnSpc>
                          <a:spcPct val="100000"/>
                        </a:lnSpc>
                        <a:spcBef>
                          <a:spcPts val="200"/>
                        </a:spcBef>
                        <a:spcAft>
                          <a:spcPts val="200"/>
                        </a:spcAft>
                        <a:buClrTx/>
                        <a:buSzTx/>
                        <a:buFont typeface="Arial" panose="020B0604020202020204" pitchFamily="34" charset="0"/>
                        <a:buNone/>
                        <a:tabLst/>
                        <a:defRPr/>
                      </a:pPr>
                      <a:r>
                        <a:rPr lang="en-GB" sz="2300" b="1" i="0" dirty="0" smtClean="0">
                          <a:solidFill>
                            <a:srgbClr val="990099"/>
                          </a:solidFill>
                          <a:latin typeface="Arial" panose="020B0604020202020204" pitchFamily="34" charset="0"/>
                          <a:cs typeface="Arial" panose="020B0604020202020204" pitchFamily="34" charset="0"/>
                        </a:rPr>
                        <a:t>2. E: </a:t>
                      </a:r>
                      <a:r>
                        <a:rPr lang="gu-IN" sz="2300" b="1" i="0" dirty="0" smtClean="0">
                          <a:solidFill>
                            <a:srgbClr val="990099"/>
                          </a:solidFill>
                          <a:latin typeface="Arial" panose="020B0604020202020204" pitchFamily="34" charset="0"/>
                        </a:rPr>
                        <a:t>આપણે ત્યાં કેટલો સમય રહેવાના</a:t>
                      </a:r>
                      <a:r>
                        <a:rPr lang="en-GB" sz="2300" b="1" i="0" dirty="0" smtClean="0">
                          <a:solidFill>
                            <a:srgbClr val="990099"/>
                          </a:solidFill>
                          <a:latin typeface="Arial" panose="020B0604020202020204" pitchFamily="34" charset="0"/>
                          <a:cs typeface="Arial" panose="020B0604020202020204" pitchFamily="34" charset="0"/>
                        </a:rPr>
                        <a:t> </a:t>
                      </a:r>
                      <a:r>
                        <a:rPr lang="gu-IN" sz="2300" b="1" i="0" dirty="0" smtClean="0">
                          <a:solidFill>
                            <a:srgbClr val="990099"/>
                          </a:solidFill>
                          <a:latin typeface="Arial" panose="020B0604020202020204" pitchFamily="34" charset="0"/>
                        </a:rPr>
                        <a:t>છીએ?</a:t>
                      </a:r>
                    </a:p>
                    <a:p>
                      <a:pPr marL="0" marR="0" lvl="0" indent="0" algn="l" defTabSz="914400" rtl="0" eaLnBrk="1" fontAlgn="auto" latinLnBrk="0" hangingPunct="1">
                        <a:lnSpc>
                          <a:spcPct val="100000"/>
                        </a:lnSpc>
                        <a:spcBef>
                          <a:spcPts val="400"/>
                        </a:spcBef>
                        <a:spcAft>
                          <a:spcPts val="1000"/>
                        </a:spcAft>
                        <a:buClrTx/>
                        <a:buSzTx/>
                        <a:buFont typeface="Arial" panose="020B0604020202020204" pitchFamily="34" charset="0"/>
                        <a:buNone/>
                        <a:tabLst/>
                        <a:defRPr/>
                      </a:pPr>
                      <a:r>
                        <a:rPr lang="en-GB" sz="2300" b="0" dirty="0" smtClean="0">
                          <a:solidFill>
                            <a:srgbClr val="990099"/>
                          </a:solidFill>
                          <a:latin typeface="Arial" panose="020B0604020202020204" pitchFamily="34" charset="0"/>
                          <a:cs typeface="Arial" panose="020B0604020202020204" pitchFamily="34" charset="0"/>
                        </a:rPr>
                        <a:t>C - </a:t>
                      </a:r>
                      <a:r>
                        <a:rPr lang="gu-IN" sz="2300" b="0" dirty="0" smtClean="0">
                          <a:solidFill>
                            <a:srgbClr val="990099"/>
                          </a:solidFill>
                          <a:latin typeface="Arial" panose="020B0604020202020204" pitchFamily="34" charset="0"/>
                        </a:rPr>
                        <a:t>સાંજના પાંચ વાગ્યાથી રાતના બાર વાગ્યા </a:t>
                      </a:r>
                      <a:r>
                        <a:rPr lang="en-GB" sz="2300" b="0" dirty="0" smtClean="0">
                          <a:solidFill>
                            <a:srgbClr val="990099"/>
                          </a:solidFill>
                          <a:latin typeface="Arial" panose="020B0604020202020204" pitchFamily="34" charset="0"/>
                          <a:cs typeface="Arial" panose="020B0604020202020204" pitchFamily="34" charset="0"/>
                        </a:rPr>
                        <a:t/>
                      </a:r>
                      <a:br>
                        <a:rPr lang="en-GB" sz="2300" b="0" dirty="0" smtClean="0">
                          <a:solidFill>
                            <a:srgbClr val="990099"/>
                          </a:solidFill>
                          <a:latin typeface="Arial" panose="020B0604020202020204" pitchFamily="34" charset="0"/>
                          <a:cs typeface="Arial" panose="020B0604020202020204" pitchFamily="34" charset="0"/>
                        </a:rPr>
                      </a:br>
                      <a:r>
                        <a:rPr lang="gu-IN" sz="2300" b="0" dirty="0" smtClean="0">
                          <a:solidFill>
                            <a:srgbClr val="990099"/>
                          </a:solidFill>
                          <a:latin typeface="Arial" panose="020B0604020202020204" pitchFamily="34" charset="0"/>
                        </a:rPr>
                        <a:t>સુધી</a:t>
                      </a:r>
                      <a:r>
                        <a:rPr lang="en-GB" sz="2300" b="0" dirty="0" smtClean="0">
                          <a:solidFill>
                            <a:srgbClr val="990099"/>
                          </a:solidFill>
                          <a:latin typeface="Arial" panose="020B0604020202020204" pitchFamily="34" charset="0"/>
                          <a:cs typeface="Arial" panose="020B0604020202020204" pitchFamily="34" charset="0"/>
                        </a:rPr>
                        <a:t> </a:t>
                      </a:r>
                      <a:r>
                        <a:rPr lang="gu-IN" sz="2300" b="0" dirty="0" smtClean="0">
                          <a:solidFill>
                            <a:srgbClr val="990099"/>
                          </a:solidFill>
                          <a:latin typeface="Arial" panose="020B0604020202020204" pitchFamily="34" charset="0"/>
                        </a:rPr>
                        <a:t>ચાલશે</a:t>
                      </a:r>
                      <a:r>
                        <a:rPr lang="en-GB" sz="2300" b="0" dirty="0" smtClean="0">
                          <a:solidFill>
                            <a:srgbClr val="990099"/>
                          </a:solidFill>
                          <a:latin typeface="Arial" panose="020B0604020202020204" pitchFamily="34" charset="0"/>
                          <a:cs typeface="Arial" panose="020B0604020202020204" pitchFamily="34" charset="0"/>
                        </a:rPr>
                        <a:t> </a:t>
                      </a:r>
                      <a:r>
                        <a:rPr lang="gu-IN" sz="2300" b="0" dirty="0" smtClean="0">
                          <a:solidFill>
                            <a:srgbClr val="990099"/>
                          </a:solidFill>
                          <a:latin typeface="Arial" panose="020B0604020202020204" pitchFamily="34" charset="0"/>
                        </a:rPr>
                        <a:t>એટલે</a:t>
                      </a:r>
                      <a:r>
                        <a:rPr lang="gu-IN" sz="2300" b="0" baseline="0" dirty="0" smtClean="0">
                          <a:solidFill>
                            <a:srgbClr val="990099"/>
                          </a:solidFill>
                          <a:latin typeface="Arial" panose="020B0604020202020204" pitchFamily="34" charset="0"/>
                        </a:rPr>
                        <a:t> </a:t>
                      </a:r>
                      <a:r>
                        <a:rPr lang="gu-IN" sz="2300" b="0" i="0" dirty="0" smtClean="0">
                          <a:solidFill>
                            <a:srgbClr val="990099"/>
                          </a:solidFill>
                          <a:latin typeface="Arial" panose="020B0604020202020204" pitchFamily="34" charset="0"/>
                        </a:rPr>
                        <a:t>આપણે </a:t>
                      </a:r>
                      <a:r>
                        <a:rPr lang="gu-IN" sz="2300" b="0" dirty="0" smtClean="0">
                          <a:solidFill>
                            <a:srgbClr val="990099"/>
                          </a:solidFill>
                          <a:latin typeface="Arial" panose="020B0604020202020204" pitchFamily="34" charset="0"/>
                        </a:rPr>
                        <a:t>એક</a:t>
                      </a:r>
                      <a:r>
                        <a:rPr lang="en-GB" sz="2300" b="0" dirty="0" smtClean="0">
                          <a:solidFill>
                            <a:srgbClr val="990099"/>
                          </a:solidFill>
                          <a:latin typeface="Arial" panose="020B0604020202020204" pitchFamily="34" charset="0"/>
                          <a:cs typeface="Arial" panose="020B0604020202020204" pitchFamily="34" charset="0"/>
                        </a:rPr>
                        <a:t> </a:t>
                      </a:r>
                      <a:r>
                        <a:rPr lang="gu-IN" sz="2300" b="0" dirty="0" smtClean="0">
                          <a:solidFill>
                            <a:srgbClr val="990099"/>
                          </a:solidFill>
                          <a:latin typeface="Arial" panose="020B0604020202020204" pitchFamily="34" charset="0"/>
                        </a:rPr>
                        <a:t>રાત</a:t>
                      </a:r>
                      <a:r>
                        <a:rPr lang="en-GB" sz="2300" b="0" dirty="0" smtClean="0">
                          <a:solidFill>
                            <a:srgbClr val="990099"/>
                          </a:solidFill>
                          <a:latin typeface="Arial" panose="020B0604020202020204" pitchFamily="34" charset="0"/>
                          <a:cs typeface="Arial" panose="020B0604020202020204" pitchFamily="34" charset="0"/>
                        </a:rPr>
                        <a:t> </a:t>
                      </a:r>
                      <a:r>
                        <a:rPr lang="gu-IN" sz="2300" b="0" dirty="0" smtClean="0">
                          <a:solidFill>
                            <a:srgbClr val="990099"/>
                          </a:solidFill>
                          <a:latin typeface="Arial" panose="020B0604020202020204" pitchFamily="34" charset="0"/>
                        </a:rPr>
                        <a:t>હોટલમાં</a:t>
                      </a:r>
                      <a:r>
                        <a:rPr lang="gu-IN" sz="2300" b="0" baseline="0" dirty="0" smtClean="0">
                          <a:solidFill>
                            <a:srgbClr val="990099"/>
                          </a:solidFill>
                          <a:latin typeface="Arial" panose="020B0604020202020204" pitchFamily="34" charset="0"/>
                        </a:rPr>
                        <a:t> રહીશું</a:t>
                      </a:r>
                      <a:r>
                        <a:rPr lang="en-GB" sz="2300" b="0" dirty="0" smtClean="0">
                          <a:solidFill>
                            <a:srgbClr val="990099"/>
                          </a:solidFill>
                          <a:latin typeface="Arial" panose="020B0604020202020204" pitchFamily="34" charset="0"/>
                          <a:cs typeface="Arial" panose="020B0604020202020204" pitchFamily="34" charset="0"/>
                        </a:rPr>
                        <a:t>.</a:t>
                      </a:r>
                    </a:p>
                    <a:p>
                      <a:pPr marL="0" marR="791845" lvl="0" indent="0" algn="l" defTabSz="914400" rtl="0" eaLnBrk="1" fontAlgn="auto" latinLnBrk="0" hangingPunct="1">
                        <a:lnSpc>
                          <a:spcPct val="100000"/>
                        </a:lnSpc>
                        <a:spcBef>
                          <a:spcPts val="400"/>
                        </a:spcBef>
                        <a:spcAft>
                          <a:spcPts val="400"/>
                        </a:spcAft>
                        <a:buClrTx/>
                        <a:buSzTx/>
                        <a:buFontTx/>
                        <a:buNone/>
                        <a:tabLst>
                          <a:tab pos="234315" algn="l"/>
                        </a:tabLst>
                        <a:defRPr/>
                      </a:pPr>
                      <a:r>
                        <a:rPr lang="en-GB" sz="2300" b="1" dirty="0" smtClean="0">
                          <a:solidFill>
                            <a:srgbClr val="0000CC"/>
                          </a:solidFill>
                          <a:latin typeface="Arial" panose="020B0604020202020204" pitchFamily="34" charset="0"/>
                          <a:cs typeface="Arial" panose="020B0604020202020204" pitchFamily="34" charset="0"/>
                        </a:rPr>
                        <a:t>3 </a:t>
                      </a:r>
                      <a:r>
                        <a:rPr lang="gu-IN" sz="2300" b="1" dirty="0" smtClean="0">
                          <a:solidFill>
                            <a:srgbClr val="0000CC"/>
                          </a:solidFill>
                          <a:latin typeface="Arial" panose="020B0604020202020204" pitchFamily="34" charset="0"/>
                        </a:rPr>
                        <a:t>!  </a:t>
                      </a:r>
                      <a:r>
                        <a:rPr lang="en-GB" sz="2300" b="1" dirty="0" smtClean="0">
                          <a:solidFill>
                            <a:srgbClr val="0000CC"/>
                          </a:solidFill>
                          <a:latin typeface="Arial" panose="020B0604020202020204" pitchFamily="34" charset="0"/>
                          <a:cs typeface="Arial" panose="020B0604020202020204" pitchFamily="34" charset="0"/>
                        </a:rPr>
                        <a:t>E – </a:t>
                      </a:r>
                      <a:r>
                        <a:rPr lang="gu-IN" sz="2300" b="1" i="0" dirty="0" smtClean="0">
                          <a:solidFill>
                            <a:srgbClr val="0000CC"/>
                          </a:solidFill>
                          <a:latin typeface="Arial" panose="020B0604020202020204" pitchFamily="34" charset="0"/>
                        </a:rPr>
                        <a:t>તે કેટલું દૂર </a:t>
                      </a:r>
                      <a:r>
                        <a:rPr lang="gu-IN" sz="2300" b="1" i="0" kern="1200" dirty="0" smtClean="0">
                          <a:solidFill>
                            <a:srgbClr val="0000CC"/>
                          </a:solidFill>
                          <a:effectLst/>
                          <a:latin typeface="Arial" panose="020B0604020202020204" pitchFamily="34" charset="0"/>
                          <a:ea typeface="+mn-ea"/>
                          <a:cs typeface="+mn-cs"/>
                        </a:rPr>
                        <a:t>છે?</a:t>
                      </a:r>
                      <a:br>
                        <a:rPr lang="gu-IN" sz="2300" b="1" i="0" kern="1200" dirty="0" smtClean="0">
                          <a:solidFill>
                            <a:srgbClr val="0000CC"/>
                          </a:solidFill>
                          <a:effectLst/>
                          <a:latin typeface="Arial" panose="020B0604020202020204" pitchFamily="34" charset="0"/>
                          <a:ea typeface="+mn-ea"/>
                          <a:cs typeface="+mn-cs"/>
                        </a:rPr>
                      </a:br>
                      <a:r>
                        <a:rPr lang="en-GB" sz="2300" b="0" i="0" kern="1200" dirty="0" smtClean="0">
                          <a:solidFill>
                            <a:srgbClr val="0000CC"/>
                          </a:solidFill>
                          <a:effectLst/>
                          <a:latin typeface="Arial" panose="020B0604020202020204" pitchFamily="34" charset="0"/>
                          <a:ea typeface="+mn-ea"/>
                          <a:cs typeface="Arial" panose="020B0604020202020204" pitchFamily="34" charset="0"/>
                        </a:rPr>
                        <a:t>Allow the candidate to say how far away the festival</a:t>
                      </a:r>
                      <a:r>
                        <a:rPr lang="en-GB" sz="2300" b="0" i="0" kern="1200" baseline="0" dirty="0" smtClean="0">
                          <a:solidFill>
                            <a:srgbClr val="0000CC"/>
                          </a:solidFill>
                          <a:effectLst/>
                          <a:latin typeface="Arial" panose="020B0604020202020204" pitchFamily="34" charset="0"/>
                          <a:ea typeface="+mn-ea"/>
                          <a:cs typeface="Arial" panose="020B0604020202020204" pitchFamily="34" charset="0"/>
                        </a:rPr>
                        <a:t> is</a:t>
                      </a:r>
                      <a:r>
                        <a:rPr lang="en-GB" sz="2300" b="0" i="0" kern="1200" dirty="0" smtClean="0">
                          <a:solidFill>
                            <a:srgbClr val="0000CC"/>
                          </a:solidFill>
                          <a:effectLst/>
                          <a:latin typeface="Arial" panose="020B0604020202020204" pitchFamily="34" charset="0"/>
                          <a:ea typeface="+mn-ea"/>
                          <a:cs typeface="Arial" panose="020B0604020202020204" pitchFamily="34" charset="0"/>
                        </a:rPr>
                        <a:t>.</a:t>
                      </a:r>
                    </a:p>
                    <a:p>
                      <a:pPr marL="0" indent="0">
                        <a:lnSpc>
                          <a:spcPct val="100000"/>
                        </a:lnSpc>
                        <a:spcBef>
                          <a:spcPts val="400"/>
                        </a:spcBef>
                        <a:spcAft>
                          <a:spcPts val="400"/>
                        </a:spcAft>
                        <a:buFont typeface="Arial" panose="020B0604020202020204" pitchFamily="34" charset="0"/>
                        <a:buNone/>
                        <a:tabLst/>
                      </a:pPr>
                      <a:r>
                        <a:rPr lang="en-GB" sz="2300" b="0" i="0" kern="1200" dirty="0" smtClean="0">
                          <a:solidFill>
                            <a:srgbClr val="0000CC"/>
                          </a:solidFill>
                          <a:effectLst/>
                          <a:latin typeface="Arial" panose="020B0604020202020204" pitchFamily="34" charset="0"/>
                          <a:ea typeface="+mn-ea"/>
                          <a:cs typeface="Arial" panose="020B0604020202020204" pitchFamily="34" charset="0"/>
                        </a:rPr>
                        <a:t>C - </a:t>
                      </a:r>
                      <a:r>
                        <a:rPr lang="gu-IN" sz="2300" b="0" i="0" kern="1200" dirty="0" smtClean="0">
                          <a:solidFill>
                            <a:srgbClr val="0000CC"/>
                          </a:solidFill>
                          <a:effectLst/>
                          <a:latin typeface="Arial" panose="020B0604020202020204" pitchFamily="34" charset="0"/>
                          <a:ea typeface="+mn-ea"/>
                          <a:cs typeface="Arial" panose="020B0604020202020204" pitchFamily="34" charset="0"/>
                        </a:rPr>
                        <a:t>તે અહીંથી</a:t>
                      </a:r>
                      <a:r>
                        <a:rPr lang="gu-IN" sz="2300" b="0" i="0" kern="1200" baseline="0" dirty="0" smtClean="0">
                          <a:solidFill>
                            <a:srgbClr val="0000CC"/>
                          </a:solidFill>
                          <a:effectLst/>
                          <a:latin typeface="Arial" panose="020B0604020202020204" pitchFamily="34" charset="0"/>
                          <a:ea typeface="+mn-ea"/>
                          <a:cs typeface="Arial" panose="020B0604020202020204" pitchFamily="34" charset="0"/>
                        </a:rPr>
                        <a:t> લગભગ દસેક માઈલ દૂર</a:t>
                      </a:r>
                      <a:r>
                        <a:rPr lang="en-GB" sz="2300" b="0" i="0" kern="1200" baseline="0" dirty="0" smtClean="0">
                          <a:solidFill>
                            <a:srgbClr val="0000CC"/>
                          </a:solidFill>
                          <a:effectLst/>
                          <a:latin typeface="Arial" panose="020B0604020202020204" pitchFamily="34" charset="0"/>
                          <a:ea typeface="+mn-ea"/>
                          <a:cs typeface="Arial" panose="020B0604020202020204" pitchFamily="34" charset="0"/>
                        </a:rPr>
                        <a:t> </a:t>
                      </a:r>
                      <a:r>
                        <a:rPr lang="gu-IN" sz="2300" b="0" i="0" kern="1200" baseline="0" dirty="0" smtClean="0">
                          <a:solidFill>
                            <a:srgbClr val="0000CC"/>
                          </a:solidFill>
                          <a:effectLst/>
                          <a:latin typeface="Arial" panose="020B0604020202020204" pitchFamily="34" charset="0"/>
                          <a:ea typeface="+mn-ea"/>
                          <a:cs typeface="Arial" panose="020B0604020202020204" pitchFamily="34" charset="0"/>
                        </a:rPr>
                        <a:t>છે એટલે ગાડીમાં એકાદ કલાકમાં પહોંચી જવાશે.</a:t>
                      </a:r>
                      <a:endParaRPr lang="en-GB" sz="2300" b="0" i="0" kern="1200" baseline="0" dirty="0" smtClean="0">
                        <a:solidFill>
                          <a:srgbClr val="0000CC"/>
                        </a:solidFill>
                        <a:effectLst/>
                        <a:latin typeface="Arial" panose="020B0604020202020204" pitchFamily="34" charset="0"/>
                        <a:ea typeface="+mn-ea"/>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9726241"/>
                  </a:ext>
                </a:extLst>
              </a:tr>
            </a:tbl>
          </a:graphicData>
        </a:graphic>
      </p:graphicFrame>
    </p:spTree>
    <p:extLst>
      <p:ext uri="{BB962C8B-B14F-4D97-AF65-F5344CB8AC3E}">
        <p14:creationId xmlns:p14="http://schemas.microsoft.com/office/powerpoint/2010/main" val="501345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6</a:t>
            </a:fld>
            <a:endParaRPr lang="en-GB" dirty="0" smtClean="0"/>
          </a:p>
        </p:txBody>
      </p:sp>
      <p:sp>
        <p:nvSpPr>
          <p:cNvPr id="11" name="Rectangle 2"/>
          <p:cNvSpPr>
            <a:spLocks noGrp="1" noChangeArrowheads="1"/>
          </p:cNvSpPr>
          <p:nvPr>
            <p:ph type="title"/>
          </p:nvPr>
        </p:nvSpPr>
        <p:spPr>
          <a:xfrm>
            <a:off x="377791" y="761999"/>
            <a:ext cx="9309232" cy="479699"/>
          </a:xfrm>
        </p:spPr>
        <p:txBody>
          <a:bodyPr/>
          <a:lstStyle/>
          <a:p>
            <a:r>
              <a:rPr lang="en-GB" sz="2400" dirty="0">
                <a:solidFill>
                  <a:srgbClr val="0000CC"/>
                </a:solidFill>
              </a:rPr>
              <a:t>Task 1 – SAMs 2018 - Role play (F) – Cultural Life</a:t>
            </a:r>
          </a:p>
        </p:txBody>
      </p:sp>
      <p:graphicFrame>
        <p:nvGraphicFramePr>
          <p:cNvPr id="2" name="Table 1"/>
          <p:cNvGraphicFramePr>
            <a:graphicFrameLocks noGrp="1"/>
          </p:cNvGraphicFramePr>
          <p:nvPr>
            <p:extLst>
              <p:ext uri="{D42A27DB-BD31-4B8C-83A1-F6EECF244321}">
                <p14:modId xmlns:p14="http://schemas.microsoft.com/office/powerpoint/2010/main" val="1925824563"/>
              </p:ext>
            </p:extLst>
          </p:nvPr>
        </p:nvGraphicFramePr>
        <p:xfrm>
          <a:off x="676577" y="1522281"/>
          <a:ext cx="9000000" cy="3811719"/>
        </p:xfrm>
        <a:graphic>
          <a:graphicData uri="http://schemas.openxmlformats.org/drawingml/2006/table">
            <a:tbl>
              <a:tblPr firstRow="1" bandRow="1">
                <a:tableStyleId>{5C22544A-7EE6-4342-B048-85BDC9FD1C3A}</a:tableStyleId>
              </a:tblPr>
              <a:tblGrid>
                <a:gridCol w="2439586">
                  <a:extLst>
                    <a:ext uri="{9D8B030D-6E8A-4147-A177-3AD203B41FA5}">
                      <a16:colId xmlns:a16="http://schemas.microsoft.com/office/drawing/2014/main" val="122549117"/>
                    </a:ext>
                  </a:extLst>
                </a:gridCol>
                <a:gridCol w="224097">
                  <a:extLst>
                    <a:ext uri="{9D8B030D-6E8A-4147-A177-3AD203B41FA5}">
                      <a16:colId xmlns:a16="http://schemas.microsoft.com/office/drawing/2014/main" val="2082701067"/>
                    </a:ext>
                  </a:extLst>
                </a:gridCol>
                <a:gridCol w="6336317">
                  <a:extLst>
                    <a:ext uri="{9D8B030D-6E8A-4147-A177-3AD203B41FA5}">
                      <a16:colId xmlns:a16="http://schemas.microsoft.com/office/drawing/2014/main" val="2317497761"/>
                    </a:ext>
                  </a:extLst>
                </a:gridCol>
              </a:tblGrid>
              <a:tr h="3811719">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FR2 </a:t>
                      </a:r>
                    </a:p>
                    <a:p>
                      <a:pPr marL="0" marR="0" lvl="0" indent="0" algn="l" defTabSz="914400" rtl="0" eaLnBrk="1" fontAlgn="auto" latinLnBrk="0" hangingPunct="1">
                        <a:lnSpc>
                          <a:spcPct val="100000"/>
                        </a:lnSpc>
                        <a:spcBef>
                          <a:spcPts val="400"/>
                        </a:spcBef>
                        <a:spcAft>
                          <a:spcPts val="400"/>
                        </a:spcAft>
                        <a:buClrTx/>
                        <a:buSzTx/>
                        <a:buFontTx/>
                        <a:buNone/>
                        <a:tabLst/>
                        <a:defRPr/>
                      </a:pPr>
                      <a:r>
                        <a:rPr lang="en-US" sz="24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candidates</a:t>
                      </a:r>
                      <a:endParaRPr lang="gu-IN" sz="2400" b="1" i="0" u="none" strike="noStrike" kern="1200" baseline="0" dirty="0" smtClean="0">
                        <a:solidFill>
                          <a:srgbClr val="006600"/>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400"/>
                        </a:spcBef>
                        <a:spcAft>
                          <a:spcPts val="400"/>
                        </a:spcAft>
                        <a:buClrTx/>
                        <a:buSzTx/>
                        <a:buFontTx/>
                        <a:buNone/>
                        <a:tabLst>
                          <a:tab pos="357188" algn="l"/>
                        </a:tabLst>
                        <a:defRPr/>
                      </a:pPr>
                      <a:r>
                        <a:rPr lang="en-GB" sz="2400" b="0" kern="1200" dirty="0" smtClean="0">
                          <a:solidFill>
                            <a:srgbClr val="990099"/>
                          </a:solidFill>
                          <a:effectLst/>
                          <a:latin typeface="Arial" panose="020B0604020202020204" pitchFamily="34" charset="0"/>
                          <a:ea typeface="+mn-ea"/>
                          <a:cs typeface="+mn-cs"/>
                        </a:rPr>
                        <a:t>4. </a:t>
                      </a:r>
                      <a:r>
                        <a:rPr lang="gu-IN" sz="2400" b="0" kern="1200" dirty="0" smtClean="0">
                          <a:solidFill>
                            <a:srgbClr val="990099"/>
                          </a:solidFill>
                          <a:effectLst/>
                          <a:latin typeface="Arial" panose="020B0604020202020204" pitchFamily="34" charset="0"/>
                          <a:ea typeface="+mn-ea"/>
                          <a:cs typeface="+mn-cs"/>
                        </a:rPr>
                        <a:t>લોકો કેવાં કપડાં પહેરે - વર્ણન</a:t>
                      </a:r>
                      <a:r>
                        <a:rPr lang="en-GB" sz="2400" b="0" kern="1200" dirty="0" smtClean="0">
                          <a:solidFill>
                            <a:srgbClr val="990099"/>
                          </a:solidFill>
                          <a:effectLst/>
                          <a:latin typeface="Arial" panose="020B0604020202020204" pitchFamily="34" charset="0"/>
                          <a:ea typeface="+mn-ea"/>
                          <a:cs typeface="Arial" panose="020B0604020202020204" pitchFamily="34" charset="0"/>
                        </a:rPr>
                        <a:t> </a:t>
                      </a: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400"/>
                        </a:spcBef>
                        <a:spcAft>
                          <a:spcPts val="400"/>
                        </a:spcAft>
                      </a:pPr>
                      <a:endParaRPr lang="en-GB"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791845" lvl="0" indent="0" algn="l" defTabSz="914400" rtl="0" eaLnBrk="1" fontAlgn="auto" latinLnBrk="0" hangingPunct="1">
                        <a:lnSpc>
                          <a:spcPct val="100000"/>
                        </a:lnSpc>
                        <a:spcBef>
                          <a:spcPts val="400"/>
                        </a:spcBef>
                        <a:spcAft>
                          <a:spcPts val="400"/>
                        </a:spcAft>
                        <a:buClrTx/>
                        <a:buSzTx/>
                        <a:buFontTx/>
                        <a:buNone/>
                        <a:tabLst>
                          <a:tab pos="234315" algn="l"/>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FR2</a:t>
                      </a:r>
                    </a:p>
                    <a:p>
                      <a:pPr marL="0" marR="791845" lvl="0" indent="0" algn="l" defTabSz="914400" rtl="0" eaLnBrk="1" fontAlgn="auto" latinLnBrk="0" hangingPunct="1">
                        <a:lnSpc>
                          <a:spcPct val="100000"/>
                        </a:lnSpc>
                        <a:spcBef>
                          <a:spcPts val="400"/>
                        </a:spcBef>
                        <a:spcAft>
                          <a:spcPts val="400"/>
                        </a:spcAft>
                        <a:buClrTx/>
                        <a:buSzTx/>
                        <a:buFontTx/>
                        <a:buNone/>
                        <a:tabLst>
                          <a:tab pos="234315" algn="l"/>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teacher </a:t>
                      </a:r>
                    </a:p>
                    <a:p>
                      <a:pPr marL="539750" marR="0" lvl="0" indent="-539750" algn="l" defTabSz="914400" rtl="0" eaLnBrk="1" fontAlgn="auto" latinLnBrk="0" hangingPunct="1">
                        <a:lnSpc>
                          <a:spcPct val="100000"/>
                        </a:lnSpc>
                        <a:spcBef>
                          <a:spcPts val="400"/>
                        </a:spcBef>
                        <a:spcAft>
                          <a:spcPts val="400"/>
                        </a:spcAft>
                        <a:buClrTx/>
                        <a:buSzTx/>
                        <a:buFontTx/>
                        <a:buNone/>
                        <a:tabLst>
                          <a:tab pos="539750" algn="l"/>
                        </a:tabLst>
                        <a:defRPr/>
                      </a:pPr>
                      <a:r>
                        <a:rPr lang="en-GB" sz="2400" b="1" i="0" dirty="0" smtClean="0">
                          <a:solidFill>
                            <a:srgbClr val="990099"/>
                          </a:solidFill>
                          <a:latin typeface="Arial" panose="020B0604020202020204" pitchFamily="34" charset="0"/>
                          <a:ea typeface="Times New Roman" panose="02020603050405020304" pitchFamily="18" charset="0"/>
                          <a:cs typeface="Arial" panose="020B0604020202020204" pitchFamily="34" charset="0"/>
                        </a:rPr>
                        <a:t>4. E - </a:t>
                      </a:r>
                      <a:r>
                        <a:rPr lang="gu-IN" sz="2400" b="1" i="0" kern="1200" dirty="0" smtClean="0">
                          <a:solidFill>
                            <a:srgbClr val="990099"/>
                          </a:solidFill>
                          <a:effectLst/>
                          <a:latin typeface="Arial" panose="020B0604020202020204" pitchFamily="34" charset="0"/>
                          <a:ea typeface="+mn-ea"/>
                          <a:cs typeface="+mn-cs"/>
                        </a:rPr>
                        <a:t>લોકો ત્યાં કેવાં કપડાં પહેરે?</a:t>
                      </a:r>
                      <a:r>
                        <a:rPr lang="en-GB" sz="2400" b="1" i="0" kern="1200" dirty="0" smtClean="0">
                          <a:solidFill>
                            <a:srgbClr val="990099"/>
                          </a:solidFill>
                          <a:effectLst/>
                          <a:latin typeface="Arial" panose="020B0604020202020204" pitchFamily="34" charset="0"/>
                          <a:ea typeface="+mn-ea"/>
                          <a:cs typeface="Arial" panose="020B0604020202020204" pitchFamily="34" charset="0"/>
                        </a:rPr>
                        <a:t> </a:t>
                      </a:r>
                      <a:endParaRPr lang="gu-IN" sz="2400" b="1" i="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400"/>
                        </a:spcBef>
                        <a:spcAft>
                          <a:spcPts val="400"/>
                        </a:spcAft>
                        <a:buClrTx/>
                        <a:buSzTx/>
                        <a:buFontTx/>
                        <a:buNone/>
                        <a:tabLst/>
                        <a:defRPr/>
                      </a:pPr>
                      <a:r>
                        <a:rPr lang="en-GB" sz="2400" b="0" kern="1200" dirty="0" smtClean="0">
                          <a:solidFill>
                            <a:srgbClr val="990099"/>
                          </a:solidFill>
                          <a:effectLst/>
                          <a:latin typeface="Arial" panose="020B0604020202020204" pitchFamily="34" charset="0"/>
                          <a:ea typeface="+mn-ea"/>
                          <a:cs typeface="Arial" panose="020B0604020202020204" pitchFamily="34" charset="0"/>
                        </a:rPr>
                        <a:t>Allow the candidate to say what type of </a:t>
                      </a:r>
                      <a:br>
                        <a:rPr lang="en-GB" sz="2400" b="0" kern="1200" dirty="0" smtClean="0">
                          <a:solidFill>
                            <a:srgbClr val="990099"/>
                          </a:solidFill>
                          <a:effectLst/>
                          <a:latin typeface="Arial" panose="020B0604020202020204" pitchFamily="34" charset="0"/>
                          <a:ea typeface="+mn-ea"/>
                          <a:cs typeface="Arial" panose="020B0604020202020204" pitchFamily="34" charset="0"/>
                        </a:rPr>
                      </a:br>
                      <a:r>
                        <a:rPr lang="en-GB" sz="2400" b="0" kern="1200" dirty="0" smtClean="0">
                          <a:solidFill>
                            <a:srgbClr val="990099"/>
                          </a:solidFill>
                          <a:effectLst/>
                          <a:latin typeface="Arial" panose="020B0604020202020204" pitchFamily="34" charset="0"/>
                          <a:ea typeface="+mn-ea"/>
                          <a:cs typeface="Arial" panose="020B0604020202020204" pitchFamily="34" charset="0"/>
                        </a:rPr>
                        <a:t>clothes people wear at the festival.</a:t>
                      </a:r>
                    </a:p>
                    <a:p>
                      <a:pPr marL="0" indent="0">
                        <a:lnSpc>
                          <a:spcPct val="100000"/>
                        </a:lnSpc>
                        <a:spcBef>
                          <a:spcPts val="400"/>
                        </a:spcBef>
                        <a:spcAft>
                          <a:spcPts val="400"/>
                        </a:spcAft>
                        <a:buFont typeface="Arial" panose="020B0604020202020204" pitchFamily="34" charset="0"/>
                        <a:buNone/>
                        <a:tabLst/>
                      </a:pPr>
                      <a:r>
                        <a:rPr lang="en-GB" sz="2400" b="0" dirty="0" smtClean="0">
                          <a:solidFill>
                            <a:srgbClr val="990099"/>
                          </a:solidFill>
                          <a:latin typeface="Arial" panose="020B0604020202020204" pitchFamily="34" charset="0"/>
                        </a:rPr>
                        <a:t>C</a:t>
                      </a:r>
                      <a:r>
                        <a:rPr lang="en-GB" sz="2400" b="0" baseline="0" dirty="0" smtClean="0">
                          <a:solidFill>
                            <a:srgbClr val="990099"/>
                          </a:solidFill>
                          <a:latin typeface="Arial" panose="020B0604020202020204" pitchFamily="34" charset="0"/>
                        </a:rPr>
                        <a:t> - </a:t>
                      </a:r>
                      <a:r>
                        <a:rPr lang="gu-IN" sz="2400" b="0" dirty="0" smtClean="0">
                          <a:solidFill>
                            <a:srgbClr val="990099"/>
                          </a:solidFill>
                          <a:latin typeface="Arial" panose="020B0604020202020204" pitchFamily="34" charset="0"/>
                        </a:rPr>
                        <a:t>લોકો રંગબેરંગી ચમકતાં સુતરાઉ કપડાં પહેરે </a:t>
                      </a:r>
                      <a:r>
                        <a:rPr lang="en-GB" sz="2400" b="0" dirty="0" smtClean="0">
                          <a:solidFill>
                            <a:srgbClr val="990099"/>
                          </a:solidFill>
                          <a:latin typeface="Arial" panose="020B0604020202020204" pitchFamily="34" charset="0"/>
                        </a:rPr>
                        <a:t/>
                      </a:r>
                      <a:br>
                        <a:rPr lang="en-GB" sz="2400" b="0" dirty="0" smtClean="0">
                          <a:solidFill>
                            <a:srgbClr val="990099"/>
                          </a:solidFill>
                          <a:latin typeface="Arial" panose="020B0604020202020204" pitchFamily="34" charset="0"/>
                        </a:rPr>
                      </a:br>
                      <a:r>
                        <a:rPr lang="gu-IN" sz="2400" b="0" dirty="0" smtClean="0">
                          <a:solidFill>
                            <a:srgbClr val="990099"/>
                          </a:solidFill>
                          <a:latin typeface="Arial" panose="020B0604020202020204" pitchFamily="34" charset="0"/>
                        </a:rPr>
                        <a:t>કારણ કે ઉનાળો હોવાથી ગરમી હોય. </a:t>
                      </a:r>
                      <a:endParaRPr lang="en-GB" sz="2400" b="0" dirty="0" smtClean="0">
                        <a:solidFill>
                          <a:srgbClr val="990099"/>
                        </a:solidFill>
                        <a:latin typeface="Arial" panose="020B0604020202020204" pitchFamily="34" charset="0"/>
                      </a:endParaRPr>
                    </a:p>
                    <a:p>
                      <a:pPr marL="0" marR="0" lvl="0" indent="0" algn="l" defTabSz="914400" rtl="0" eaLnBrk="1" fontAlgn="auto" latinLnBrk="0" hangingPunct="1">
                        <a:lnSpc>
                          <a:spcPct val="100000"/>
                        </a:lnSpc>
                        <a:spcBef>
                          <a:spcPts val="400"/>
                        </a:spcBef>
                        <a:spcAft>
                          <a:spcPts val="400"/>
                        </a:spcAft>
                        <a:buClrTx/>
                        <a:buSzTx/>
                        <a:buFont typeface="Arial" panose="020B0604020202020204" pitchFamily="34" charset="0"/>
                        <a:buNone/>
                        <a:tabLst/>
                        <a:defRPr/>
                      </a:pPr>
                      <a:r>
                        <a:rPr lang="en-GB" sz="2400" b="1" i="0" kern="1200" dirty="0" smtClean="0">
                          <a:solidFill>
                            <a:srgbClr val="990099"/>
                          </a:solidFill>
                          <a:effectLst/>
                          <a:latin typeface="Arial" panose="020B0604020202020204" pitchFamily="34" charset="0"/>
                          <a:ea typeface="+mn-ea"/>
                          <a:cs typeface="Arial" panose="020B0604020202020204" pitchFamily="34" charset="0"/>
                        </a:rPr>
                        <a:t>E - Give an</a:t>
                      </a:r>
                      <a:r>
                        <a:rPr lang="en-GB" sz="2400" b="1" i="0" kern="1200" baseline="0" dirty="0" smtClean="0">
                          <a:solidFill>
                            <a:srgbClr val="990099"/>
                          </a:solidFill>
                          <a:effectLst/>
                          <a:latin typeface="Arial" panose="020B0604020202020204" pitchFamily="34" charset="0"/>
                          <a:ea typeface="+mn-ea"/>
                          <a:cs typeface="Arial" panose="020B0604020202020204" pitchFamily="34" charset="0"/>
                        </a:rPr>
                        <a:t> appropriate response</a:t>
                      </a:r>
                      <a:endParaRPr lang="en-GB" sz="2400" b="1" dirty="0" smtClean="0">
                        <a:solidFill>
                          <a:srgbClr val="990099"/>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9726241"/>
                  </a:ext>
                </a:extLst>
              </a:tr>
            </a:tbl>
          </a:graphicData>
        </a:graphic>
      </p:graphicFrame>
    </p:spTree>
    <p:extLst>
      <p:ext uri="{BB962C8B-B14F-4D97-AF65-F5344CB8AC3E}">
        <p14:creationId xmlns:p14="http://schemas.microsoft.com/office/powerpoint/2010/main" val="26003467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7</a:t>
            </a:fld>
            <a:endParaRPr lang="en-GB" dirty="0" smtClean="0"/>
          </a:p>
        </p:txBody>
      </p:sp>
      <p:sp>
        <p:nvSpPr>
          <p:cNvPr id="11" name="Rectangle 2"/>
          <p:cNvSpPr>
            <a:spLocks noGrp="1" noChangeArrowheads="1"/>
          </p:cNvSpPr>
          <p:nvPr>
            <p:ph type="title"/>
          </p:nvPr>
        </p:nvSpPr>
        <p:spPr>
          <a:xfrm>
            <a:off x="377791" y="761999"/>
            <a:ext cx="9309232" cy="479699"/>
          </a:xfrm>
        </p:spPr>
        <p:txBody>
          <a:bodyPr/>
          <a:lstStyle/>
          <a:p>
            <a:r>
              <a:rPr lang="en-GB" sz="2400" dirty="0">
                <a:solidFill>
                  <a:srgbClr val="0000CC"/>
                </a:solidFill>
              </a:rPr>
              <a:t>Task 1 – SAMs 2018 - Role play (F) – Cultural Life</a:t>
            </a:r>
          </a:p>
        </p:txBody>
      </p:sp>
      <p:graphicFrame>
        <p:nvGraphicFramePr>
          <p:cNvPr id="2" name="Table 1"/>
          <p:cNvGraphicFramePr>
            <a:graphicFrameLocks noGrp="1"/>
          </p:cNvGraphicFramePr>
          <p:nvPr>
            <p:extLst>
              <p:ext uri="{D42A27DB-BD31-4B8C-83A1-F6EECF244321}">
                <p14:modId xmlns:p14="http://schemas.microsoft.com/office/powerpoint/2010/main" val="2779444069"/>
              </p:ext>
            </p:extLst>
          </p:nvPr>
        </p:nvGraphicFramePr>
        <p:xfrm>
          <a:off x="546640" y="1828800"/>
          <a:ext cx="8864060" cy="3581400"/>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122549117"/>
                    </a:ext>
                  </a:extLst>
                </a:gridCol>
                <a:gridCol w="228600">
                  <a:extLst>
                    <a:ext uri="{9D8B030D-6E8A-4147-A177-3AD203B41FA5}">
                      <a16:colId xmlns:a16="http://schemas.microsoft.com/office/drawing/2014/main" val="2082701067"/>
                    </a:ext>
                  </a:extLst>
                </a:gridCol>
                <a:gridCol w="5395460">
                  <a:extLst>
                    <a:ext uri="{9D8B030D-6E8A-4147-A177-3AD203B41FA5}">
                      <a16:colId xmlns:a16="http://schemas.microsoft.com/office/drawing/2014/main" val="2317497761"/>
                    </a:ext>
                  </a:extLst>
                </a:gridCol>
              </a:tblGrid>
              <a:tr h="3581400">
                <a:tc>
                  <a:txBody>
                    <a:bodyPr/>
                    <a:lstStyle/>
                    <a:p>
                      <a:pPr marL="0" marR="0" lvl="0" indent="0" algn="l" defTabSz="914400" rtl="0" eaLnBrk="1" fontAlgn="auto" latinLnBrk="0" hangingPunct="1">
                        <a:lnSpc>
                          <a:spcPct val="100000"/>
                        </a:lnSpc>
                        <a:spcBef>
                          <a:spcPts val="500"/>
                        </a:spcBef>
                        <a:spcAft>
                          <a:spcPts val="500"/>
                        </a:spcAft>
                        <a:buClrTx/>
                        <a:buSzTx/>
                        <a:buFontTx/>
                        <a:buNone/>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FR2 </a:t>
                      </a:r>
                    </a:p>
                    <a:p>
                      <a:pPr marL="0" marR="0" lvl="0" indent="0" algn="l" defTabSz="914400" rtl="0" eaLnBrk="1" fontAlgn="auto" latinLnBrk="0" hangingPunct="1">
                        <a:lnSpc>
                          <a:spcPct val="100000"/>
                        </a:lnSpc>
                        <a:spcBef>
                          <a:spcPts val="500"/>
                        </a:spcBef>
                        <a:spcAft>
                          <a:spcPts val="500"/>
                        </a:spcAft>
                        <a:buClrTx/>
                        <a:buSzTx/>
                        <a:buFontTx/>
                        <a:buNone/>
                        <a:tabLst/>
                        <a:defRPr/>
                      </a:pPr>
                      <a:r>
                        <a:rPr lang="en-US" sz="2400" b="1" i="0" u="none" strike="noStrike" kern="1200" baseline="0" dirty="0" smtClean="0">
                          <a:solidFill>
                            <a:srgbClr val="006600"/>
                          </a:solidFill>
                          <a:latin typeface="Arial" panose="020B0604020202020204" pitchFamily="34" charset="0"/>
                          <a:ea typeface="+mn-ea"/>
                          <a:cs typeface="Arial" panose="020B0604020202020204" pitchFamily="34" charset="0"/>
                        </a:rPr>
                        <a:t>Instructions to candidates</a:t>
                      </a:r>
                      <a:endParaRPr lang="gu-IN" sz="2400" b="1" i="0" u="none" strike="noStrike" kern="1200" baseline="0" dirty="0" smtClean="0">
                        <a:solidFill>
                          <a:srgbClr val="006600"/>
                        </a:solidFill>
                        <a:latin typeface="Arial" panose="020B0604020202020204" pitchFamily="34" charset="0"/>
                        <a:ea typeface="+mn-ea"/>
                        <a:cs typeface="Arial" panose="020B0604020202020204" pitchFamily="34" charset="0"/>
                      </a:endParaRPr>
                    </a:p>
                    <a:p>
                      <a:pPr marL="0" indent="0">
                        <a:lnSpc>
                          <a:spcPct val="100000"/>
                        </a:lnSpc>
                        <a:spcBef>
                          <a:spcPts val="500"/>
                        </a:spcBef>
                        <a:spcAft>
                          <a:spcPts val="500"/>
                        </a:spcAft>
                        <a:buNone/>
                        <a:tabLst>
                          <a:tab pos="357188" algn="l"/>
                        </a:tabLst>
                      </a:pPr>
                      <a:r>
                        <a:rPr lang="en-GB" sz="2400" b="1" kern="1200" dirty="0" smtClean="0">
                          <a:solidFill>
                            <a:srgbClr val="990099"/>
                          </a:solidFill>
                          <a:effectLst/>
                          <a:latin typeface="Arial" panose="020B0604020202020204" pitchFamily="34" charset="0"/>
                          <a:ea typeface="+mn-ea"/>
                          <a:cs typeface="Arial" panose="020B0604020202020204" pitchFamily="34" charset="0"/>
                        </a:rPr>
                        <a:t>5. ? </a:t>
                      </a:r>
                      <a:r>
                        <a:rPr lang="gu-IN" sz="2400" b="0" kern="1200" dirty="0" smtClean="0">
                          <a:solidFill>
                            <a:srgbClr val="990099"/>
                          </a:solidFill>
                          <a:effectLst/>
                          <a:latin typeface="Arial" panose="020B0604020202020204" pitchFamily="34" charset="0"/>
                          <a:ea typeface="+mn-ea"/>
                          <a:cs typeface="Arial" panose="020B0604020202020204" pitchFamily="34" charset="0"/>
                        </a:rPr>
                        <a:t>રહેવાનું – રહેવાની જગ્યા</a:t>
                      </a:r>
                      <a:endParaRPr lang="en-GB" sz="2400" b="0" kern="1200" dirty="0" smtClean="0">
                        <a:solidFill>
                          <a:srgbClr val="990099"/>
                        </a:solidFill>
                        <a:effectLst/>
                        <a:latin typeface="Arial" panose="020B0604020202020204" pitchFamily="34" charset="0"/>
                        <a:ea typeface="+mn-ea"/>
                        <a:cs typeface="Arial" panose="020B0604020202020204" pitchFamily="34" charset="0"/>
                      </a:endParaRPr>
                    </a:p>
                    <a:p>
                      <a:pPr marL="0" indent="0">
                        <a:lnSpc>
                          <a:spcPct val="100000"/>
                        </a:lnSpc>
                        <a:spcBef>
                          <a:spcPts val="500"/>
                        </a:spcBef>
                        <a:spcAft>
                          <a:spcPts val="500"/>
                        </a:spcAft>
                        <a:buNone/>
                        <a:tabLst>
                          <a:tab pos="357188" algn="l"/>
                        </a:tabLst>
                      </a:pPr>
                      <a:r>
                        <a:rPr lang="en-GB" sz="2400" b="0" kern="1200" dirty="0" smtClean="0">
                          <a:solidFill>
                            <a:srgbClr val="990099"/>
                          </a:solidFill>
                          <a:effectLst/>
                          <a:latin typeface="Arial" panose="020B0604020202020204" pitchFamily="34" charset="0"/>
                          <a:ea typeface="+mn-ea"/>
                          <a:cs typeface="Arial" panose="020B0604020202020204" pitchFamily="34" charset="0"/>
                        </a:rPr>
                        <a:t>Candidate to ask question</a:t>
                      </a:r>
                      <a:endParaRPr lang="en-GB" sz="2400" b="1" kern="1200" dirty="0" smtClean="0">
                        <a:solidFill>
                          <a:srgbClr val="990099"/>
                        </a:solidFill>
                        <a:effectLst/>
                        <a:latin typeface="Arial" panose="020B0604020202020204" pitchFamily="34" charset="0"/>
                        <a:ea typeface="+mn-ea"/>
                        <a:cs typeface="Arial" panose="020B0604020202020204" pitchFamily="34" charset="0"/>
                      </a:endParaRPr>
                    </a:p>
                  </a:txBody>
                  <a:tcPr marR="9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500"/>
                        </a:spcBef>
                        <a:spcAft>
                          <a:spcPts val="500"/>
                        </a:spcAft>
                      </a:pPr>
                      <a:endParaRPr lang="en-GB"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791845" lvl="0" indent="0" algn="l" defTabSz="914400" rtl="0" eaLnBrk="1" fontAlgn="auto" latinLnBrk="0" hangingPunct="1">
                        <a:lnSpc>
                          <a:spcPct val="100000"/>
                        </a:lnSpc>
                        <a:spcBef>
                          <a:spcPts val="500"/>
                        </a:spcBef>
                        <a:spcAft>
                          <a:spcPts val="500"/>
                        </a:spcAft>
                        <a:buClrTx/>
                        <a:buSzTx/>
                        <a:buFontTx/>
                        <a:buNone/>
                        <a:tabLst>
                          <a:tab pos="234315" algn="l"/>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FR2</a:t>
                      </a:r>
                    </a:p>
                    <a:p>
                      <a:pPr marL="0" marR="791845" lvl="0" indent="0" algn="l" defTabSz="914400" rtl="0" eaLnBrk="1" fontAlgn="auto" latinLnBrk="0" hangingPunct="1">
                        <a:lnSpc>
                          <a:spcPct val="100000"/>
                        </a:lnSpc>
                        <a:spcBef>
                          <a:spcPts val="500"/>
                        </a:spcBef>
                        <a:spcAft>
                          <a:spcPts val="500"/>
                        </a:spcAft>
                        <a:buClrTx/>
                        <a:buSzTx/>
                        <a:buFontTx/>
                        <a:buNone/>
                        <a:tabLst>
                          <a:tab pos="234315" algn="l"/>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teacher </a:t>
                      </a:r>
                    </a:p>
                    <a:p>
                      <a:pPr marL="0" indent="0">
                        <a:lnSpc>
                          <a:spcPct val="100000"/>
                        </a:lnSpc>
                        <a:spcBef>
                          <a:spcPts val="500"/>
                        </a:spcBef>
                        <a:spcAft>
                          <a:spcPts val="500"/>
                        </a:spcAft>
                        <a:buNone/>
                        <a:tabLst>
                          <a:tab pos="449263" algn="l"/>
                        </a:tabLst>
                      </a:pPr>
                      <a:r>
                        <a:rPr lang="en-GB" sz="2400" b="1" dirty="0" smtClean="0">
                          <a:solidFill>
                            <a:srgbClr val="990099"/>
                          </a:solidFill>
                          <a:latin typeface="Arial" panose="020B0604020202020204" pitchFamily="34" charset="0"/>
                          <a:cs typeface="Arial" panose="020B0604020202020204" pitchFamily="34" charset="0"/>
                        </a:rPr>
                        <a:t>5. ?</a:t>
                      </a:r>
                      <a:r>
                        <a:rPr lang="gu-IN" sz="2400" b="1" dirty="0" smtClean="0">
                          <a:solidFill>
                            <a:srgbClr val="990099"/>
                          </a:solidFill>
                          <a:latin typeface="Arial" panose="020B0604020202020204" pitchFamily="34" charset="0"/>
                        </a:rPr>
                        <a:t> </a:t>
                      </a:r>
                      <a:r>
                        <a:rPr lang="en-GB" sz="2400" b="1" dirty="0" smtClean="0">
                          <a:solidFill>
                            <a:srgbClr val="990099"/>
                          </a:solidFill>
                          <a:latin typeface="Arial" panose="020B0604020202020204" pitchFamily="34" charset="0"/>
                        </a:rPr>
                        <a:t>  </a:t>
                      </a:r>
                      <a:r>
                        <a:rPr lang="en-GB" sz="2400" b="0" i="0" kern="1200" dirty="0" smtClean="0">
                          <a:solidFill>
                            <a:srgbClr val="990099"/>
                          </a:solidFill>
                          <a:effectLst/>
                          <a:latin typeface="Arial" panose="020B0604020202020204" pitchFamily="34" charset="0"/>
                          <a:ea typeface="+mn-ea"/>
                          <a:cs typeface="Arial" panose="020B0604020202020204" pitchFamily="34" charset="0"/>
                        </a:rPr>
                        <a:t>Allow the candidate to ask your opinion of where to stay</a:t>
                      </a:r>
                      <a:r>
                        <a:rPr lang="en-GB" sz="2400" b="0" kern="1200" dirty="0" smtClean="0">
                          <a:solidFill>
                            <a:srgbClr val="990099"/>
                          </a:solidFill>
                          <a:effectLst/>
                          <a:latin typeface="Arial" panose="020B0604020202020204" pitchFamily="34" charset="0"/>
                          <a:ea typeface="+mn-ea"/>
                          <a:cs typeface="Arial" panose="020B0604020202020204" pitchFamily="34" charset="0"/>
                        </a:rPr>
                        <a:t>.</a:t>
                      </a:r>
                      <a:endParaRPr lang="gu-IN" sz="2400" b="0" kern="1200" dirty="0" smtClean="0">
                        <a:solidFill>
                          <a:srgbClr val="990099"/>
                        </a:solidFill>
                        <a:effectLst/>
                        <a:latin typeface="Arial" panose="020B0604020202020204" pitchFamily="34" charset="0"/>
                        <a:ea typeface="+mn-ea"/>
                        <a:cs typeface="Arial" panose="020B0604020202020204" pitchFamily="34" charset="0"/>
                      </a:endParaRPr>
                    </a:p>
                    <a:p>
                      <a:pPr marL="0" indent="0">
                        <a:lnSpc>
                          <a:spcPct val="100000"/>
                        </a:lnSpc>
                        <a:spcBef>
                          <a:spcPts val="500"/>
                        </a:spcBef>
                        <a:spcAft>
                          <a:spcPts val="500"/>
                        </a:spcAft>
                        <a:buFont typeface="Arial" panose="020B0604020202020204" pitchFamily="34" charset="0"/>
                        <a:buNone/>
                        <a:tabLst>
                          <a:tab pos="449263" algn="l"/>
                        </a:tabLst>
                      </a:pPr>
                      <a:r>
                        <a:rPr lang="en-GB" sz="2400" b="0" dirty="0" smtClean="0">
                          <a:solidFill>
                            <a:srgbClr val="990099"/>
                          </a:solidFill>
                          <a:latin typeface="Arial" panose="020B0604020202020204" pitchFamily="34" charset="0"/>
                        </a:rPr>
                        <a:t>C - </a:t>
                      </a:r>
                      <a:r>
                        <a:rPr lang="gu-IN" sz="2400" b="0" dirty="0" smtClean="0">
                          <a:solidFill>
                            <a:srgbClr val="990099"/>
                          </a:solidFill>
                          <a:latin typeface="Arial" panose="020B0604020202020204" pitchFamily="34" charset="0"/>
                        </a:rPr>
                        <a:t>તારા અનુભવ પ્રમાણે</a:t>
                      </a:r>
                      <a:r>
                        <a:rPr lang="gu-IN" sz="2400" b="0" baseline="0" dirty="0" smtClean="0">
                          <a:solidFill>
                            <a:srgbClr val="990099"/>
                          </a:solidFill>
                          <a:latin typeface="Arial" panose="020B0604020202020204" pitchFamily="34" charset="0"/>
                        </a:rPr>
                        <a:t> </a:t>
                      </a:r>
                      <a:r>
                        <a:rPr lang="gu-IN" sz="2400" b="0" dirty="0" smtClean="0">
                          <a:solidFill>
                            <a:srgbClr val="990099"/>
                          </a:solidFill>
                          <a:latin typeface="Arial" panose="020B0604020202020204" pitchFamily="34" charset="0"/>
                        </a:rPr>
                        <a:t>ત્યાં રહેવાની</a:t>
                      </a:r>
                      <a:r>
                        <a:rPr lang="gu-IN" sz="2400" b="0" baseline="0" dirty="0" smtClean="0">
                          <a:solidFill>
                            <a:srgbClr val="990099"/>
                          </a:solidFill>
                          <a:latin typeface="Arial" panose="020B0604020202020204" pitchFamily="34" charset="0"/>
                        </a:rPr>
                        <a:t> સગવડ તને કેવી લાગે છે?</a:t>
                      </a:r>
                      <a:endParaRPr lang="en-GB" sz="2400" b="0" baseline="0" dirty="0" smtClean="0">
                        <a:solidFill>
                          <a:srgbClr val="990099"/>
                        </a:solidFill>
                        <a:latin typeface="Arial" panose="020B0604020202020204" pitchFamily="34" charset="0"/>
                      </a:endParaRPr>
                    </a:p>
                    <a:p>
                      <a:pPr marL="0" marR="0" lvl="0" indent="0" algn="l" defTabSz="914400" rtl="0" eaLnBrk="1" fontAlgn="auto" latinLnBrk="0" hangingPunct="1">
                        <a:lnSpc>
                          <a:spcPct val="100000"/>
                        </a:lnSpc>
                        <a:spcBef>
                          <a:spcPts val="500"/>
                        </a:spcBef>
                        <a:spcAft>
                          <a:spcPts val="500"/>
                        </a:spcAft>
                        <a:buClrTx/>
                        <a:buSzTx/>
                        <a:buFont typeface="Arial" panose="020B0604020202020204" pitchFamily="34" charset="0"/>
                        <a:buNone/>
                        <a:tabLst>
                          <a:tab pos="449263" algn="l"/>
                        </a:tabLst>
                        <a:defRPr/>
                      </a:pPr>
                      <a:r>
                        <a:rPr lang="en-GB" sz="2400" b="1" i="0" kern="1200" dirty="0" smtClean="0">
                          <a:solidFill>
                            <a:srgbClr val="990099"/>
                          </a:solidFill>
                          <a:effectLst/>
                          <a:latin typeface="Arial" panose="020B0604020202020204" pitchFamily="34" charset="0"/>
                          <a:ea typeface="+mn-ea"/>
                          <a:cs typeface="Arial" panose="020B0604020202020204" pitchFamily="34" charset="0"/>
                        </a:rPr>
                        <a:t>E - Give an</a:t>
                      </a:r>
                      <a:r>
                        <a:rPr lang="en-GB" sz="2400" b="1" i="0" kern="1200" baseline="0" dirty="0" smtClean="0">
                          <a:solidFill>
                            <a:srgbClr val="990099"/>
                          </a:solidFill>
                          <a:effectLst/>
                          <a:latin typeface="Arial" panose="020B0604020202020204" pitchFamily="34" charset="0"/>
                          <a:ea typeface="+mn-ea"/>
                          <a:cs typeface="Arial" panose="020B0604020202020204" pitchFamily="34" charset="0"/>
                        </a:rPr>
                        <a:t> appropriate response</a:t>
                      </a:r>
                      <a:endParaRPr lang="en-GB" sz="2400" b="1" dirty="0" smtClean="0">
                        <a:solidFill>
                          <a:srgbClr val="990099"/>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9726241"/>
                  </a:ext>
                </a:extLst>
              </a:tr>
            </a:tbl>
          </a:graphicData>
        </a:graphic>
      </p:graphicFrame>
    </p:spTree>
    <p:extLst>
      <p:ext uri="{BB962C8B-B14F-4D97-AF65-F5344CB8AC3E}">
        <p14:creationId xmlns:p14="http://schemas.microsoft.com/office/powerpoint/2010/main" val="23237596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8</a:t>
            </a:fld>
            <a:endParaRPr lang="en-GB" dirty="0" smtClean="0"/>
          </a:p>
        </p:txBody>
      </p:sp>
      <p:sp>
        <p:nvSpPr>
          <p:cNvPr id="11" name="Rectangle 2"/>
          <p:cNvSpPr>
            <a:spLocks noGrp="1" noChangeArrowheads="1"/>
          </p:cNvSpPr>
          <p:nvPr>
            <p:ph type="title"/>
          </p:nvPr>
        </p:nvSpPr>
        <p:spPr>
          <a:xfrm>
            <a:off x="377791" y="838199"/>
            <a:ext cx="9309232" cy="403499"/>
          </a:xfrm>
        </p:spPr>
        <p:txBody>
          <a:bodyPr/>
          <a:lstStyle/>
          <a:p>
            <a:r>
              <a:rPr lang="en-GB" sz="2300" b="1" dirty="0">
                <a:solidFill>
                  <a:srgbClr val="0000CC"/>
                </a:solidFill>
              </a:rPr>
              <a:t>Task 1 </a:t>
            </a:r>
            <a:r>
              <a:rPr lang="en-GB" sz="2300" b="1" dirty="0" smtClean="0">
                <a:solidFill>
                  <a:srgbClr val="0000CC"/>
                </a:solidFill>
              </a:rPr>
              <a:t>-</a:t>
            </a:r>
            <a:r>
              <a:rPr lang="gu-IN" sz="2300" b="1" dirty="0" smtClean="0">
                <a:solidFill>
                  <a:srgbClr val="0000CC"/>
                </a:solidFill>
              </a:rPr>
              <a:t> </a:t>
            </a:r>
            <a:r>
              <a:rPr lang="en-GB" sz="2300" b="1" dirty="0" smtClean="0">
                <a:solidFill>
                  <a:srgbClr val="0000CC"/>
                </a:solidFill>
              </a:rPr>
              <a:t>SAMs 2018 - Role-play </a:t>
            </a:r>
            <a:r>
              <a:rPr lang="gu-IN" sz="2300" b="1" dirty="0" smtClean="0">
                <a:solidFill>
                  <a:srgbClr val="0000CC"/>
                </a:solidFill>
              </a:rPr>
              <a:t>(</a:t>
            </a:r>
            <a:r>
              <a:rPr lang="en-GB" sz="2300" b="1" dirty="0" smtClean="0">
                <a:solidFill>
                  <a:srgbClr val="0000CC"/>
                </a:solidFill>
              </a:rPr>
              <a:t>H</a:t>
            </a:r>
            <a:r>
              <a:rPr lang="gu-IN" sz="2300" b="1" dirty="0" smtClean="0">
                <a:solidFill>
                  <a:srgbClr val="0000CC"/>
                </a:solidFill>
              </a:rPr>
              <a:t>)</a:t>
            </a:r>
            <a:r>
              <a:rPr lang="en-GB" sz="2300" dirty="0">
                <a:solidFill>
                  <a:srgbClr val="0000CC"/>
                </a:solidFill>
              </a:rPr>
              <a:t> </a:t>
            </a:r>
            <a:r>
              <a:rPr lang="en-GB" sz="2300" dirty="0" smtClean="0">
                <a:solidFill>
                  <a:srgbClr val="0000CC"/>
                </a:solidFill>
              </a:rPr>
              <a:t>-</a:t>
            </a:r>
            <a:r>
              <a:rPr lang="en-GB" sz="2300" b="1" dirty="0" smtClean="0">
                <a:solidFill>
                  <a:srgbClr val="0000CC"/>
                </a:solidFill>
              </a:rPr>
              <a:t> </a:t>
            </a:r>
            <a:r>
              <a:rPr lang="en-GB" sz="2300" dirty="0">
                <a:solidFill>
                  <a:srgbClr val="0000CC"/>
                </a:solidFill>
              </a:rPr>
              <a:t>Travel </a:t>
            </a:r>
            <a:r>
              <a:rPr lang="en-GB" sz="2300" dirty="0" smtClean="0">
                <a:solidFill>
                  <a:srgbClr val="0000CC"/>
                </a:solidFill>
              </a:rPr>
              <a:t> &amp; </a:t>
            </a:r>
            <a:r>
              <a:rPr lang="en-GB" sz="2300" dirty="0">
                <a:solidFill>
                  <a:srgbClr val="0000CC"/>
                </a:solidFill>
              </a:rPr>
              <a:t>tourist </a:t>
            </a:r>
            <a:r>
              <a:rPr lang="en-GB" sz="2300" dirty="0" smtClean="0">
                <a:solidFill>
                  <a:srgbClr val="0000CC"/>
                </a:solidFill>
              </a:rPr>
              <a:t>transactions</a:t>
            </a:r>
            <a:endParaRPr lang="en-GB" sz="2300" dirty="0">
              <a:solidFill>
                <a:srgbClr val="0000CC"/>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785817838"/>
              </p:ext>
            </p:extLst>
          </p:nvPr>
        </p:nvGraphicFramePr>
        <p:xfrm>
          <a:off x="318938" y="1524000"/>
          <a:ext cx="9360001" cy="4213860"/>
        </p:xfrm>
        <a:graphic>
          <a:graphicData uri="http://schemas.openxmlformats.org/drawingml/2006/table">
            <a:tbl>
              <a:tblPr firstRow="1" bandRow="1">
                <a:tableStyleId>{5C22544A-7EE6-4342-B048-85BDC9FD1C3A}</a:tableStyleId>
              </a:tblPr>
              <a:tblGrid>
                <a:gridCol w="4405462">
                  <a:extLst>
                    <a:ext uri="{9D8B030D-6E8A-4147-A177-3AD203B41FA5}">
                      <a16:colId xmlns:a16="http://schemas.microsoft.com/office/drawing/2014/main" val="752466552"/>
                    </a:ext>
                  </a:extLst>
                </a:gridCol>
                <a:gridCol w="228600">
                  <a:extLst>
                    <a:ext uri="{9D8B030D-6E8A-4147-A177-3AD203B41FA5}">
                      <a16:colId xmlns:a16="http://schemas.microsoft.com/office/drawing/2014/main" val="1443842767"/>
                    </a:ext>
                  </a:extLst>
                </a:gridCol>
                <a:gridCol w="4725939">
                  <a:extLst>
                    <a:ext uri="{9D8B030D-6E8A-4147-A177-3AD203B41FA5}">
                      <a16:colId xmlns:a16="http://schemas.microsoft.com/office/drawing/2014/main" val="2247429558"/>
                    </a:ext>
                  </a:extLst>
                </a:gridCol>
              </a:tblGrid>
              <a:tr h="370840">
                <a:tc>
                  <a:txBody>
                    <a:bodyPr/>
                    <a:lstStyle/>
                    <a:p>
                      <a:r>
                        <a:rPr lang="en-GB" sz="2300" b="1" kern="1200" dirty="0" smtClean="0">
                          <a:solidFill>
                            <a:srgbClr val="C00000"/>
                          </a:solidFill>
                          <a:effectLst/>
                          <a:latin typeface="Arial" panose="020B0604020202020204" pitchFamily="34" charset="0"/>
                          <a:ea typeface="+mn-ea"/>
                          <a:cs typeface="Arial" panose="020B0604020202020204" pitchFamily="34" charset="0"/>
                        </a:rPr>
                        <a:t>STIMULUS HR4 </a:t>
                      </a:r>
                    </a:p>
                    <a:p>
                      <a:r>
                        <a:rPr lang="en-GB" sz="23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p>
                    <a:p>
                      <a:pPr>
                        <a:spcAft>
                          <a:spcPts val="800"/>
                        </a:spcAft>
                      </a:pPr>
                      <a:r>
                        <a:rPr lang="en-US" sz="2300" b="0" i="0" u="none" strike="noStrike" kern="1200" baseline="0" dirty="0" smtClean="0">
                          <a:solidFill>
                            <a:srgbClr val="006600"/>
                          </a:solidFill>
                          <a:latin typeface="Arial" panose="020B0604020202020204" pitchFamily="34" charset="0"/>
                          <a:ea typeface="+mn-ea"/>
                          <a:cs typeface="Arial" panose="020B0604020202020204" pitchFamily="34" charset="0"/>
                        </a:rPr>
                        <a:t>You have lost your bag and are reporting this at the lost property office in Surat. The teacher will play the role of the lost property officer and will speak first.</a:t>
                      </a:r>
                    </a:p>
                    <a:p>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You must address the officer using a formal form of </a:t>
                      </a:r>
                      <a:r>
                        <a:rPr lang="en-US" sz="2300" b="0" i="1" u="none" strike="noStrike" kern="1200" baseline="0" dirty="0" smtClean="0">
                          <a:solidFill>
                            <a:schemeClr val="tx1"/>
                          </a:solidFill>
                          <a:latin typeface="Arial" panose="020B0604020202020204" pitchFamily="34" charset="0"/>
                          <a:ea typeface="+mn-ea"/>
                          <a:cs typeface="Arial" panose="020B0604020202020204" pitchFamily="34" charset="0"/>
                        </a:rPr>
                        <a:t>you </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in Gujarati such as </a:t>
                      </a:r>
                      <a:r>
                        <a:rPr lang="gu-IN" sz="2300" b="0" i="0" u="none" strike="noStrike" kern="1200" baseline="0" dirty="0" smtClean="0">
                          <a:solidFill>
                            <a:schemeClr val="tx1"/>
                          </a:solidFill>
                          <a:latin typeface="Arial" panose="020B0604020202020204" pitchFamily="34" charset="0"/>
                          <a:ea typeface="+mn-ea"/>
                          <a:cs typeface="Arial" panose="020B0604020202020204" pitchFamily="34" charset="0"/>
                        </a:rPr>
                        <a:t>તમે</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a:t>
                      </a:r>
                      <a:r>
                        <a:rPr lang="gu-IN" sz="2300" b="0" i="0" u="none" strike="noStrike" kern="1200" baseline="0" dirty="0" smtClean="0">
                          <a:solidFill>
                            <a:schemeClr val="tx1"/>
                          </a:solidFill>
                          <a:latin typeface="Arial" panose="020B0604020202020204" pitchFamily="34" charset="0"/>
                          <a:ea typeface="+mn-ea"/>
                          <a:cs typeface="Arial" panose="020B0604020202020204" pitchFamily="34" charset="0"/>
                        </a:rPr>
                        <a:t>તમ</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ને/</a:t>
                      </a:r>
                      <a:r>
                        <a:rPr lang="gu-IN" sz="2300" b="0" i="0" u="none" strike="noStrike" kern="1200" baseline="0" dirty="0" smtClean="0">
                          <a:solidFill>
                            <a:schemeClr val="tx1"/>
                          </a:solidFill>
                          <a:latin typeface="Arial" panose="020B0604020202020204" pitchFamily="34" charset="0"/>
                          <a:ea typeface="+mn-ea"/>
                          <a:cs typeface="Arial" panose="020B0604020202020204" pitchFamily="34" charset="0"/>
                        </a:rPr>
                        <a:t>તમારે</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a:t>
                      </a:r>
                      <a:r>
                        <a:rPr lang="gu-IN" sz="2300" b="0" i="0" u="none" strike="noStrike" kern="1200" baseline="0" dirty="0" smtClean="0">
                          <a:solidFill>
                            <a:schemeClr val="tx1"/>
                          </a:solidFill>
                          <a:latin typeface="Arial" panose="020B0604020202020204" pitchFamily="34" charset="0"/>
                          <a:ea typeface="+mn-ea"/>
                          <a:cs typeface="Arial" panose="020B0604020202020204" pitchFamily="34" charset="0"/>
                        </a:rPr>
                        <a:t>તમા</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રાથી. </a:t>
                      </a:r>
                      <a:endParaRPr lang="gu-IN" sz="2300" b="0" i="0" u="none" strike="noStrike" kern="1200" baseline="0" dirty="0" smtClean="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500"/>
                        </a:spcBef>
                        <a:spcAft>
                          <a:spcPts val="500"/>
                        </a:spcAft>
                      </a:pPr>
                      <a:endParaRPr lang="en-GB"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2300" b="1" kern="1200" dirty="0" smtClean="0">
                          <a:solidFill>
                            <a:srgbClr val="C00000"/>
                          </a:solidFill>
                          <a:effectLst/>
                          <a:latin typeface="Arial" panose="020B0604020202020204" pitchFamily="34" charset="0"/>
                          <a:ea typeface="+mn-ea"/>
                          <a:cs typeface="Arial" panose="020B0604020202020204" pitchFamily="34" charset="0"/>
                        </a:rPr>
                        <a:t>STIMULUS HR4</a:t>
                      </a:r>
                    </a:p>
                    <a:p>
                      <a:pPr>
                        <a:spcBef>
                          <a:spcPts val="300"/>
                        </a:spcBef>
                        <a:spcAft>
                          <a:spcPts val="300"/>
                        </a:spcAft>
                      </a:pPr>
                      <a:r>
                        <a:rPr lang="en-US" sz="23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a:t>
                      </a:r>
                      <a:r>
                        <a:rPr lang="en-US" sz="2300" b="1" i="0" u="none" strike="noStrike" kern="1200" baseline="0" dirty="0" err="1" smtClean="0">
                          <a:solidFill>
                            <a:srgbClr val="0000CC"/>
                          </a:solidFill>
                          <a:latin typeface="Arial" panose="020B0604020202020204" pitchFamily="34" charset="0"/>
                          <a:ea typeface="+mn-ea"/>
                          <a:cs typeface="Arial" panose="020B0604020202020204" pitchFamily="34" charset="0"/>
                        </a:rPr>
                        <a:t>teache</a:t>
                      </a:r>
                      <a:r>
                        <a:rPr lang="en-GB" sz="23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3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0" indent="0">
                        <a:spcBef>
                          <a:spcPts val="500"/>
                        </a:spcBef>
                        <a:spcAft>
                          <a:spcPts val="500"/>
                        </a:spcAft>
                        <a:tabLst/>
                      </a:pPr>
                      <a:r>
                        <a:rPr lang="en-US" sz="2300" b="0" i="0" u="none" strike="noStrike" kern="1200" baseline="0" dirty="0" smtClean="0">
                          <a:solidFill>
                            <a:srgbClr val="0000CC"/>
                          </a:solidFill>
                          <a:latin typeface="Arial" panose="020B0604020202020204" pitchFamily="34" charset="0"/>
                          <a:ea typeface="+mn-ea"/>
                          <a:cs typeface="Arial" panose="020B0604020202020204" pitchFamily="34" charset="0"/>
                        </a:rPr>
                        <a:t>Address the candidate using a formal form of </a:t>
                      </a:r>
                      <a:r>
                        <a:rPr lang="en-US" sz="2300" b="0" i="1" u="none" strike="noStrike" kern="1200" baseline="0" dirty="0" smtClean="0">
                          <a:solidFill>
                            <a:srgbClr val="0000CC"/>
                          </a:solidFill>
                          <a:latin typeface="Arial" panose="020B0604020202020204" pitchFamily="34" charset="0"/>
                          <a:ea typeface="+mn-ea"/>
                          <a:cs typeface="Arial" panose="020B0604020202020204" pitchFamily="34" charset="0"/>
                        </a:rPr>
                        <a:t>you </a:t>
                      </a:r>
                      <a:r>
                        <a:rPr lang="en-US" sz="2300" b="0" i="0" u="none" strike="noStrike" kern="1200" baseline="0" dirty="0" smtClean="0">
                          <a:solidFill>
                            <a:srgbClr val="0000CC"/>
                          </a:solidFill>
                          <a:latin typeface="Arial" panose="020B0604020202020204" pitchFamily="34" charset="0"/>
                          <a:ea typeface="+mn-ea"/>
                          <a:cs typeface="Arial" panose="020B0604020202020204" pitchFamily="34" charset="0"/>
                        </a:rPr>
                        <a:t>in Gujarati such as </a:t>
                      </a:r>
                      <a:r>
                        <a:rPr lang="gu-IN" sz="2300" b="0" i="0" u="none" strike="noStrike" kern="1200" baseline="0" dirty="0" smtClean="0">
                          <a:solidFill>
                            <a:srgbClr val="0000CC"/>
                          </a:solidFill>
                          <a:latin typeface="Arial" panose="020B0604020202020204" pitchFamily="34" charset="0"/>
                          <a:ea typeface="+mn-ea"/>
                          <a:cs typeface="Arial" panose="020B0604020202020204" pitchFamily="34" charset="0"/>
                        </a:rPr>
                        <a:t>ત</a:t>
                      </a:r>
                      <a:r>
                        <a:rPr lang="en-US" sz="2300" b="0" i="0" u="none" strike="noStrike" kern="1200" baseline="0" dirty="0" smtClean="0">
                          <a:solidFill>
                            <a:srgbClr val="0000CC"/>
                          </a:solidFill>
                          <a:latin typeface="Arial" panose="020B0604020202020204" pitchFamily="34" charset="0"/>
                          <a:ea typeface="+mn-ea"/>
                          <a:cs typeface="Arial" panose="020B0604020202020204" pitchFamily="34" charset="0"/>
                        </a:rPr>
                        <a:t>મે/તમને/તમારે/તમારાથી.</a:t>
                      </a:r>
                      <a:endParaRPr lang="gu-IN" sz="2300" b="0"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0" indent="0">
                        <a:spcBef>
                          <a:spcPts val="500"/>
                        </a:spcBef>
                        <a:spcAft>
                          <a:spcPts val="500"/>
                        </a:spcAft>
                        <a:tabLst/>
                      </a:pP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The target language phrases below must be asked verbatim </a:t>
                      </a:r>
                      <a:r>
                        <a:rPr lang="en-US" sz="2300" b="0" i="0" u="none" strike="noStrike" kern="1200" baseline="0" dirty="0" smtClean="0">
                          <a:solidFill>
                            <a:srgbClr val="C00000"/>
                          </a:solidFill>
                          <a:latin typeface="Arial" panose="020B0604020202020204" pitchFamily="34" charset="0"/>
                          <a:ea typeface="+mn-ea"/>
                          <a:cs typeface="Arial" panose="020B0604020202020204" pitchFamily="34" charset="0"/>
                        </a:rPr>
                        <a:t>(exactly as they are)</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 There must be </a:t>
                      </a:r>
                      <a:r>
                        <a:rPr lang="en-US" sz="2300" b="0" i="0" u="none" strike="noStrike" kern="1200" baseline="0" dirty="0" smtClean="0">
                          <a:solidFill>
                            <a:srgbClr val="C00000"/>
                          </a:solidFill>
                          <a:latin typeface="Arial" panose="020B0604020202020204" pitchFamily="34" charset="0"/>
                          <a:ea typeface="+mn-ea"/>
                          <a:cs typeface="Arial" panose="020B0604020202020204" pitchFamily="34" charset="0"/>
                        </a:rPr>
                        <a:t>no supplementary questions and no rephrasing of questions </a:t>
                      </a:r>
                      <a:r>
                        <a:rPr lang="en-US" sz="2300" b="0" i="0" u="none" strike="noStrike" kern="1200" baseline="0" dirty="0" smtClean="0">
                          <a:solidFill>
                            <a:schemeClr val="tx1"/>
                          </a:solidFill>
                          <a:latin typeface="Arial" panose="020B0604020202020204" pitchFamily="34" charset="0"/>
                          <a:ea typeface="+mn-ea"/>
                          <a:cs typeface="Arial" panose="020B0604020202020204" pitchFamily="34" charset="0"/>
                        </a:rPr>
                        <a:t>but questions may be repeated. </a:t>
                      </a: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31143613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9</a:t>
            </a:fld>
            <a:endParaRPr lang="en-GB" dirty="0" smtClean="0"/>
          </a:p>
        </p:txBody>
      </p:sp>
      <p:sp>
        <p:nvSpPr>
          <p:cNvPr id="11" name="Rectangle 2"/>
          <p:cNvSpPr>
            <a:spLocks noGrp="1" noChangeArrowheads="1"/>
          </p:cNvSpPr>
          <p:nvPr>
            <p:ph type="title"/>
          </p:nvPr>
        </p:nvSpPr>
        <p:spPr>
          <a:xfrm>
            <a:off x="377791" y="838199"/>
            <a:ext cx="9309232" cy="403499"/>
          </a:xfrm>
        </p:spPr>
        <p:txBody>
          <a:bodyPr/>
          <a:lstStyle/>
          <a:p>
            <a:r>
              <a:rPr lang="en-GB" sz="2300" b="1" dirty="0">
                <a:solidFill>
                  <a:srgbClr val="0000CC"/>
                </a:solidFill>
              </a:rPr>
              <a:t>Task 1 </a:t>
            </a:r>
            <a:r>
              <a:rPr lang="en-GB" sz="2300" b="1" dirty="0" smtClean="0">
                <a:solidFill>
                  <a:srgbClr val="0000CC"/>
                </a:solidFill>
              </a:rPr>
              <a:t>-</a:t>
            </a:r>
            <a:r>
              <a:rPr lang="gu-IN" sz="2300" b="1" dirty="0" smtClean="0">
                <a:solidFill>
                  <a:srgbClr val="0000CC"/>
                </a:solidFill>
              </a:rPr>
              <a:t> </a:t>
            </a:r>
            <a:r>
              <a:rPr lang="en-GB" sz="2300" b="1" dirty="0" smtClean="0">
                <a:solidFill>
                  <a:srgbClr val="0000CC"/>
                </a:solidFill>
              </a:rPr>
              <a:t>SAMs 2018 - Role-play </a:t>
            </a:r>
            <a:r>
              <a:rPr lang="gu-IN" sz="2300" b="1" dirty="0" smtClean="0">
                <a:solidFill>
                  <a:srgbClr val="0000CC"/>
                </a:solidFill>
              </a:rPr>
              <a:t>(</a:t>
            </a:r>
            <a:r>
              <a:rPr lang="en-GB" sz="2300" b="1" dirty="0" smtClean="0">
                <a:solidFill>
                  <a:srgbClr val="0000CC"/>
                </a:solidFill>
              </a:rPr>
              <a:t>H</a:t>
            </a:r>
            <a:r>
              <a:rPr lang="gu-IN" sz="2300" b="1" dirty="0" smtClean="0">
                <a:solidFill>
                  <a:srgbClr val="0000CC"/>
                </a:solidFill>
              </a:rPr>
              <a:t>)</a:t>
            </a:r>
            <a:r>
              <a:rPr lang="en-GB" sz="2300" dirty="0">
                <a:solidFill>
                  <a:srgbClr val="0000CC"/>
                </a:solidFill>
              </a:rPr>
              <a:t> </a:t>
            </a:r>
            <a:r>
              <a:rPr lang="en-GB" sz="2300" dirty="0" smtClean="0">
                <a:solidFill>
                  <a:srgbClr val="0000CC"/>
                </a:solidFill>
              </a:rPr>
              <a:t>-</a:t>
            </a:r>
            <a:r>
              <a:rPr lang="en-GB" sz="2300" b="1" dirty="0" smtClean="0">
                <a:solidFill>
                  <a:srgbClr val="0000CC"/>
                </a:solidFill>
              </a:rPr>
              <a:t> </a:t>
            </a:r>
            <a:r>
              <a:rPr lang="en-GB" sz="2300" dirty="0">
                <a:solidFill>
                  <a:srgbClr val="0000CC"/>
                </a:solidFill>
              </a:rPr>
              <a:t>Travel </a:t>
            </a:r>
            <a:r>
              <a:rPr lang="en-GB" sz="2300" dirty="0" smtClean="0">
                <a:solidFill>
                  <a:srgbClr val="0000CC"/>
                </a:solidFill>
              </a:rPr>
              <a:t> &amp; </a:t>
            </a:r>
            <a:r>
              <a:rPr lang="en-GB" sz="2300" dirty="0">
                <a:solidFill>
                  <a:srgbClr val="0000CC"/>
                </a:solidFill>
              </a:rPr>
              <a:t>tourist </a:t>
            </a:r>
            <a:r>
              <a:rPr lang="en-GB" sz="2300" dirty="0" smtClean="0">
                <a:solidFill>
                  <a:srgbClr val="0000CC"/>
                </a:solidFill>
              </a:rPr>
              <a:t>transactions</a:t>
            </a:r>
            <a:endParaRPr lang="en-GB" sz="2300" dirty="0">
              <a:solidFill>
                <a:srgbClr val="0000CC"/>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110963234"/>
              </p:ext>
            </p:extLst>
          </p:nvPr>
        </p:nvGraphicFramePr>
        <p:xfrm>
          <a:off x="397187" y="1524000"/>
          <a:ext cx="9144000" cy="4254500"/>
        </p:xfrm>
        <a:graphic>
          <a:graphicData uri="http://schemas.openxmlformats.org/drawingml/2006/table">
            <a:tbl>
              <a:tblPr firstRow="1" bandRow="1">
                <a:tableStyleId>{5C22544A-7EE6-4342-B048-85BDC9FD1C3A}</a:tableStyleId>
              </a:tblPr>
              <a:tblGrid>
                <a:gridCol w="4405462">
                  <a:extLst>
                    <a:ext uri="{9D8B030D-6E8A-4147-A177-3AD203B41FA5}">
                      <a16:colId xmlns:a16="http://schemas.microsoft.com/office/drawing/2014/main" val="752466552"/>
                    </a:ext>
                  </a:extLst>
                </a:gridCol>
                <a:gridCol w="304800">
                  <a:extLst>
                    <a:ext uri="{9D8B030D-6E8A-4147-A177-3AD203B41FA5}">
                      <a16:colId xmlns:a16="http://schemas.microsoft.com/office/drawing/2014/main" val="1443842767"/>
                    </a:ext>
                  </a:extLst>
                </a:gridCol>
                <a:gridCol w="4433738">
                  <a:extLst>
                    <a:ext uri="{9D8B030D-6E8A-4147-A177-3AD203B41FA5}">
                      <a16:colId xmlns:a16="http://schemas.microsoft.com/office/drawing/2014/main" val="2247429558"/>
                    </a:ext>
                  </a:extLst>
                </a:gridCol>
              </a:tblGrid>
              <a:tr h="370840">
                <a:tc>
                  <a:txBody>
                    <a:bodyPr/>
                    <a:lstStyle/>
                    <a:p>
                      <a:pPr marL="0" marR="791845" lvl="0" indent="0" algn="l" defTabSz="914400" rtl="0" eaLnBrk="1" fontAlgn="auto" latinLnBrk="0" hangingPunct="1">
                        <a:lnSpc>
                          <a:spcPct val="100000"/>
                        </a:lnSpc>
                        <a:spcBef>
                          <a:spcPts val="500"/>
                        </a:spcBef>
                        <a:spcAft>
                          <a:spcPts val="0"/>
                        </a:spcAft>
                        <a:buClrTx/>
                        <a:buSzTx/>
                        <a:buFontTx/>
                        <a:buNone/>
                        <a:tabLst>
                          <a:tab pos="234315" algn="l"/>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 </a:t>
                      </a:r>
                      <a:r>
                        <a:rPr lang="en-GB" sz="24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endParaRPr lang="gu-IN" sz="2400" b="1" kern="1200" dirty="0" smtClean="0">
                        <a:solidFill>
                          <a:srgbClr val="006600"/>
                        </a:solidFill>
                        <a:effectLst/>
                        <a:latin typeface="Arial" panose="020B0604020202020204" pitchFamily="34" charset="0"/>
                        <a:ea typeface="+mn-ea"/>
                        <a:cs typeface="+mn-cs"/>
                      </a:endParaRPr>
                    </a:p>
                    <a:p>
                      <a:pPr marL="0" marR="791845" lvl="0" indent="0" algn="l" defTabSz="914400" rtl="0" eaLnBrk="1" fontAlgn="auto" latinLnBrk="0" hangingPunct="1">
                        <a:lnSpc>
                          <a:spcPct val="100000"/>
                        </a:lnSpc>
                        <a:spcBef>
                          <a:spcPts val="500"/>
                        </a:spcBef>
                        <a:spcAft>
                          <a:spcPts val="0"/>
                        </a:spcAft>
                        <a:buClrTx/>
                        <a:buSzTx/>
                        <a:buFontTx/>
                        <a:buNone/>
                        <a:tabLst>
                          <a:tab pos="234315" algn="l"/>
                        </a:tabLst>
                        <a:defRPr/>
                      </a:pPr>
                      <a:r>
                        <a:rPr lang="en-US" sz="2400" b="0" i="0" u="none" strike="noStrike" kern="1200" baseline="0" dirty="0" smtClean="0">
                          <a:solidFill>
                            <a:schemeClr val="tx1"/>
                          </a:solidFill>
                          <a:latin typeface="Arial" panose="020B0604020202020204" pitchFamily="34" charset="0"/>
                          <a:ea typeface="+mn-ea"/>
                          <a:cs typeface="Arial" panose="020B0604020202020204" pitchFamily="34" charset="0"/>
                        </a:rPr>
                        <a:t>You will talk to the teacher using the five prompts below.</a:t>
                      </a:r>
                    </a:p>
                    <a:p>
                      <a:pPr lvl="0">
                        <a:spcBef>
                          <a:spcPts val="200"/>
                        </a:spcBef>
                        <a:spcAft>
                          <a:spcPts val="200"/>
                        </a:spcAft>
                      </a:pPr>
                      <a:r>
                        <a:rPr lang="en-GB" sz="2400" b="0" kern="1200" dirty="0" smtClean="0">
                          <a:solidFill>
                            <a:schemeClr val="tx1"/>
                          </a:solidFill>
                          <a:effectLst/>
                          <a:latin typeface="Arial" panose="020B0604020202020204" pitchFamily="34" charset="0"/>
                          <a:ea typeface="+mn-ea"/>
                          <a:cs typeface="Arial" panose="020B0604020202020204" pitchFamily="34" charset="0"/>
                        </a:rPr>
                        <a:t>Where you see - </a:t>
                      </a:r>
                      <a:r>
                        <a:rPr lang="en-GB" sz="2400" b="1" kern="1200" dirty="0" smtClean="0">
                          <a:solidFill>
                            <a:srgbClr val="C00000"/>
                          </a:solidFill>
                          <a:effectLst/>
                          <a:latin typeface="Arial" panose="020B0604020202020204" pitchFamily="34" charset="0"/>
                          <a:ea typeface="+mn-ea"/>
                          <a:cs typeface="Arial" panose="020B0604020202020204" pitchFamily="34" charset="0"/>
                        </a:rPr>
                        <a:t>?</a:t>
                      </a:r>
                      <a:r>
                        <a:rPr lang="en-GB" sz="2400" b="0" kern="1200" dirty="0" smtClean="0">
                          <a:solidFill>
                            <a:schemeClr val="tx1"/>
                          </a:solidFill>
                          <a:effectLst/>
                          <a:latin typeface="Arial" panose="020B0604020202020204" pitchFamily="34" charset="0"/>
                          <a:ea typeface="+mn-ea"/>
                          <a:cs typeface="Arial" panose="020B0604020202020204" pitchFamily="34" charset="0"/>
                        </a:rPr>
                        <a:t> - you must ask a question.</a:t>
                      </a:r>
                    </a:p>
                    <a:p>
                      <a:pPr lvl="0">
                        <a:spcBef>
                          <a:spcPts val="200"/>
                        </a:spcBef>
                        <a:spcAft>
                          <a:spcPts val="200"/>
                        </a:spcAft>
                      </a:pPr>
                      <a:r>
                        <a:rPr lang="en-GB" sz="2400" b="0" kern="1200" dirty="0" smtClean="0">
                          <a:solidFill>
                            <a:schemeClr val="tx1"/>
                          </a:solidFill>
                          <a:effectLst/>
                          <a:latin typeface="Arial" panose="020B0604020202020204" pitchFamily="34" charset="0"/>
                          <a:ea typeface="+mn-ea"/>
                          <a:cs typeface="Arial" panose="020B0604020202020204" pitchFamily="34" charset="0"/>
                        </a:rPr>
                        <a:t>Where you see - </a:t>
                      </a:r>
                      <a:r>
                        <a:rPr lang="en-GB" sz="2400" b="0" kern="1200" dirty="0" smtClean="0">
                          <a:solidFill>
                            <a:srgbClr val="C00000"/>
                          </a:solidFill>
                          <a:effectLst/>
                          <a:latin typeface="Arial" panose="020B0604020202020204" pitchFamily="34" charset="0"/>
                          <a:ea typeface="+mn-ea"/>
                          <a:cs typeface="Arial" panose="020B0604020202020204" pitchFamily="34" charset="0"/>
                        </a:rPr>
                        <a:t>! </a:t>
                      </a:r>
                      <a:r>
                        <a:rPr lang="en-GB" sz="2400" b="0" kern="1200" dirty="0" smtClean="0">
                          <a:solidFill>
                            <a:schemeClr val="tx1"/>
                          </a:solidFill>
                          <a:effectLst/>
                          <a:latin typeface="Arial" panose="020B0604020202020204" pitchFamily="34" charset="0"/>
                          <a:ea typeface="+mn-ea"/>
                          <a:cs typeface="Arial" panose="020B0604020202020204" pitchFamily="34" charset="0"/>
                        </a:rPr>
                        <a:t>- you must respond to something you have not prepared.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500"/>
                        </a:spcBef>
                        <a:spcAft>
                          <a:spcPts val="500"/>
                        </a:spcAft>
                      </a:pPr>
                      <a:endParaRPr lang="en-GB"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0" lvl="0" indent="0" algn="l" defTabSz="914400" rtl="0" eaLnBrk="1" fontAlgn="auto" latinLnBrk="0" hangingPunct="1">
                        <a:lnSpc>
                          <a:spcPct val="100000"/>
                        </a:lnSpc>
                        <a:spcBef>
                          <a:spcPts val="500"/>
                        </a:spcBef>
                        <a:spcAft>
                          <a:spcPts val="500"/>
                        </a:spcAft>
                        <a:buClrTx/>
                        <a:buSzTx/>
                        <a:buFontTx/>
                        <a:buNone/>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4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a:spcBef>
                          <a:spcPts val="500"/>
                        </a:spcBef>
                        <a:spcAft>
                          <a:spcPts val="500"/>
                        </a:spcAft>
                      </a:pPr>
                      <a:r>
                        <a:rPr lang="en-GB" sz="2400" b="0" kern="1200" dirty="0" smtClean="0">
                          <a:solidFill>
                            <a:schemeClr val="tx1"/>
                          </a:solidFill>
                          <a:effectLst/>
                          <a:latin typeface="Arial" panose="020B0604020202020204" pitchFamily="34" charset="0"/>
                          <a:ea typeface="+mn-ea"/>
                          <a:cs typeface="Arial" panose="020B0604020202020204" pitchFamily="34" charset="0"/>
                        </a:rPr>
                        <a:t>Begin the role play with the following introduction.</a:t>
                      </a:r>
                    </a:p>
                    <a:p>
                      <a:pPr marL="0" marR="0" lvl="0" indent="0" algn="l" defTabSz="914400" rtl="0" eaLnBrk="1" fontAlgn="auto" latinLnBrk="0" hangingPunct="1">
                        <a:lnSpc>
                          <a:spcPct val="110000"/>
                        </a:lnSpc>
                        <a:spcBef>
                          <a:spcPts val="500"/>
                        </a:spcBef>
                        <a:spcAft>
                          <a:spcPts val="500"/>
                        </a:spcAft>
                        <a:buClrTx/>
                        <a:buSzTx/>
                        <a:buFontTx/>
                        <a:buNone/>
                        <a:tabLst/>
                        <a:defRPr/>
                      </a:pPr>
                      <a:r>
                        <a:rPr lang="gu-IN" sz="2400" b="0" i="0" u="none" strike="noStrike" kern="1200" baseline="0" dirty="0" smtClean="0">
                          <a:solidFill>
                            <a:srgbClr val="990099"/>
                          </a:solidFill>
                          <a:latin typeface="Arial" panose="020B0604020202020204" pitchFamily="34" charset="0"/>
                          <a:ea typeface="+mn-ea"/>
                          <a:cs typeface="+mn-cs"/>
                        </a:rPr>
                        <a:t>તમે ખોવાઈ ગયેલી વસ્તુઓની કચેરીમાં છો. તમે ત્યાંના અધિકારી સાથે વાત કરો છો.</a:t>
                      </a:r>
                    </a:p>
                    <a:p>
                      <a:pPr>
                        <a:spcBef>
                          <a:spcPts val="500"/>
                        </a:spcBef>
                        <a:spcAft>
                          <a:spcPts val="500"/>
                        </a:spcAft>
                      </a:pPr>
                      <a:endParaRPr lang="en-GB" sz="2400" b="0" dirty="0">
                        <a:solidFill>
                          <a:srgbClr val="0000CC"/>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12579828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10</a:t>
            </a:fld>
            <a:endParaRPr lang="en-GB" dirty="0" smtClean="0"/>
          </a:p>
        </p:txBody>
      </p:sp>
      <p:sp>
        <p:nvSpPr>
          <p:cNvPr id="11" name="Rectangle 2"/>
          <p:cNvSpPr>
            <a:spLocks noGrp="1" noChangeArrowheads="1"/>
          </p:cNvSpPr>
          <p:nvPr>
            <p:ph type="title"/>
          </p:nvPr>
        </p:nvSpPr>
        <p:spPr>
          <a:xfrm>
            <a:off x="377791" y="685799"/>
            <a:ext cx="9309232" cy="555899"/>
          </a:xfrm>
        </p:spPr>
        <p:txBody>
          <a:bodyPr/>
          <a:lstStyle/>
          <a:p>
            <a:r>
              <a:rPr lang="en-GB" sz="2300" dirty="0">
                <a:solidFill>
                  <a:srgbClr val="0000CC"/>
                </a:solidFill>
              </a:rPr>
              <a:t>Task 1 -</a:t>
            </a:r>
            <a:r>
              <a:rPr lang="gu-IN" sz="2300" dirty="0">
                <a:solidFill>
                  <a:srgbClr val="0000CC"/>
                </a:solidFill>
              </a:rPr>
              <a:t> </a:t>
            </a:r>
            <a:r>
              <a:rPr lang="en-GB" sz="2300" dirty="0">
                <a:solidFill>
                  <a:srgbClr val="0000CC"/>
                </a:solidFill>
              </a:rPr>
              <a:t>SAMs 2018 - Role-play </a:t>
            </a:r>
            <a:r>
              <a:rPr lang="gu-IN" sz="2300" dirty="0">
                <a:solidFill>
                  <a:srgbClr val="0000CC"/>
                </a:solidFill>
              </a:rPr>
              <a:t>(</a:t>
            </a:r>
            <a:r>
              <a:rPr lang="en-GB" sz="2300" dirty="0">
                <a:solidFill>
                  <a:srgbClr val="0000CC"/>
                </a:solidFill>
              </a:rPr>
              <a:t>H</a:t>
            </a:r>
            <a:r>
              <a:rPr lang="gu-IN" sz="2300" dirty="0">
                <a:solidFill>
                  <a:srgbClr val="0000CC"/>
                </a:solidFill>
              </a:rPr>
              <a:t>)</a:t>
            </a:r>
            <a:r>
              <a:rPr lang="en-GB" sz="2300" dirty="0">
                <a:solidFill>
                  <a:srgbClr val="0000CC"/>
                </a:solidFill>
              </a:rPr>
              <a:t> - Travel  &amp; tourist transactions</a:t>
            </a:r>
          </a:p>
        </p:txBody>
      </p:sp>
      <p:graphicFrame>
        <p:nvGraphicFramePr>
          <p:cNvPr id="6" name="Table 5"/>
          <p:cNvGraphicFramePr>
            <a:graphicFrameLocks noGrp="1"/>
          </p:cNvGraphicFramePr>
          <p:nvPr>
            <p:extLst>
              <p:ext uri="{D42A27DB-BD31-4B8C-83A1-F6EECF244321}">
                <p14:modId xmlns:p14="http://schemas.microsoft.com/office/powerpoint/2010/main" val="1962986982"/>
              </p:ext>
            </p:extLst>
          </p:nvPr>
        </p:nvGraphicFramePr>
        <p:xfrm>
          <a:off x="615396" y="1600200"/>
          <a:ext cx="8795304" cy="3910584"/>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752466552"/>
                    </a:ext>
                  </a:extLst>
                </a:gridCol>
                <a:gridCol w="208280">
                  <a:extLst>
                    <a:ext uri="{9D8B030D-6E8A-4147-A177-3AD203B41FA5}">
                      <a16:colId xmlns:a16="http://schemas.microsoft.com/office/drawing/2014/main" val="1443842767"/>
                    </a:ext>
                  </a:extLst>
                </a:gridCol>
                <a:gridCol w="5347024">
                  <a:extLst>
                    <a:ext uri="{9D8B030D-6E8A-4147-A177-3AD203B41FA5}">
                      <a16:colId xmlns:a16="http://schemas.microsoft.com/office/drawing/2014/main" val="2247429558"/>
                    </a:ext>
                  </a:extLst>
                </a:gridCol>
              </a:tblGrid>
              <a:tr h="370840">
                <a:tc>
                  <a:txBody>
                    <a:bodyPr/>
                    <a:lstStyle/>
                    <a:p>
                      <a:pPr marL="0" marR="791845" lvl="0" indent="0" algn="l" defTabSz="914400" rtl="0" eaLnBrk="1" fontAlgn="auto" latinLnBrk="0" hangingPunct="1">
                        <a:lnSpc>
                          <a:spcPct val="100000"/>
                        </a:lnSpc>
                        <a:spcBef>
                          <a:spcPts val="600"/>
                        </a:spcBef>
                        <a:spcAft>
                          <a:spcPts val="600"/>
                        </a:spcAft>
                        <a:buClrTx/>
                        <a:buSzTx/>
                        <a:buFontTx/>
                        <a:buNone/>
                        <a:tabLst>
                          <a:tab pos="234315" algn="l"/>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r>
                        <a:rPr lang="gu-IN" sz="2400" b="1" kern="1200" dirty="0" smtClean="0">
                          <a:solidFill>
                            <a:srgbClr val="C00000"/>
                          </a:solidFill>
                          <a:effectLst/>
                          <a:latin typeface="Arial" panose="020B0604020202020204" pitchFamily="34" charset="0"/>
                          <a:ea typeface="+mn-ea"/>
                          <a:cs typeface="Arial" panose="020B0604020202020204" pitchFamily="34" charset="0"/>
                        </a:rPr>
                        <a:t> </a:t>
                      </a:r>
                      <a:br>
                        <a:rPr lang="gu-IN" sz="2400" b="1" kern="1200" dirty="0" smtClean="0">
                          <a:solidFill>
                            <a:srgbClr val="C00000"/>
                          </a:solidFill>
                          <a:effectLst/>
                          <a:latin typeface="Arial" panose="020B0604020202020204" pitchFamily="34" charset="0"/>
                          <a:ea typeface="+mn-ea"/>
                          <a:cs typeface="Arial" panose="020B0604020202020204" pitchFamily="34" charset="0"/>
                        </a:rPr>
                      </a:br>
                      <a:r>
                        <a:rPr lang="en-GB" sz="24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endParaRPr lang="gu-IN" sz="2400" b="1" kern="1200" dirty="0" smtClean="0">
                        <a:solidFill>
                          <a:srgbClr val="006600"/>
                        </a:solidFill>
                        <a:effectLst/>
                        <a:latin typeface="Arial" panose="020B0604020202020204" pitchFamily="34" charset="0"/>
                        <a:ea typeface="+mn-ea"/>
                        <a:cs typeface="+mn-cs"/>
                      </a:endParaRPr>
                    </a:p>
                    <a:p>
                      <a:pPr>
                        <a:lnSpc>
                          <a:spcPct val="100000"/>
                        </a:lnSpc>
                        <a:spcBef>
                          <a:spcPts val="600"/>
                        </a:spcBef>
                        <a:spcAft>
                          <a:spcPts val="600"/>
                        </a:spcAft>
                      </a:pPr>
                      <a:r>
                        <a:rPr lang="gu-IN" sz="2400" b="0" kern="1200" dirty="0" smtClean="0">
                          <a:solidFill>
                            <a:srgbClr val="990099"/>
                          </a:solidFill>
                          <a:effectLst/>
                          <a:latin typeface="Arial" panose="020B0604020202020204" pitchFamily="34" charset="0"/>
                          <a:ea typeface="+mn-ea"/>
                          <a:cs typeface="+mn-cs"/>
                        </a:rPr>
                        <a:t>તમે ખોવાઈ ગયેલી વસ્તુઓની કચેરીમાં છો. તમે કામદાર સાથે વાત કરો છો.</a:t>
                      </a:r>
                      <a:endParaRPr lang="en-GB" sz="2400" b="0" kern="1200" dirty="0" smtClean="0">
                        <a:solidFill>
                          <a:srgbClr val="990099"/>
                        </a:solidFill>
                        <a:effectLst/>
                        <a:latin typeface="Arial" panose="020B0604020202020204" pitchFamily="34" charset="0"/>
                        <a:ea typeface="+mn-ea"/>
                        <a:cs typeface="Arial" panose="020B0604020202020204" pitchFamily="34" charset="0"/>
                      </a:endParaRPr>
                    </a:p>
                    <a:p>
                      <a:pPr marL="0" indent="0">
                        <a:lnSpc>
                          <a:spcPct val="100000"/>
                        </a:lnSpc>
                        <a:spcBef>
                          <a:spcPts val="600"/>
                        </a:spcBef>
                        <a:spcAft>
                          <a:spcPts val="600"/>
                        </a:spcAft>
                        <a:buNone/>
                      </a:pPr>
                      <a:r>
                        <a:rPr lang="en-GB" sz="2500" b="0" kern="1200" dirty="0" smtClean="0">
                          <a:solidFill>
                            <a:srgbClr val="006600"/>
                          </a:solidFill>
                          <a:effectLst/>
                          <a:latin typeface="Arial" panose="020B0604020202020204" pitchFamily="34" charset="0"/>
                          <a:ea typeface="+mn-ea"/>
                          <a:cs typeface="Arial" panose="020B0604020202020204" pitchFamily="34" charset="0"/>
                        </a:rPr>
                        <a:t>1. </a:t>
                      </a:r>
                      <a:r>
                        <a:rPr lang="gu-IN" sz="2500" b="0" kern="1200" dirty="0" smtClean="0">
                          <a:solidFill>
                            <a:srgbClr val="006600"/>
                          </a:solidFill>
                          <a:effectLst/>
                          <a:latin typeface="Arial" panose="020B0604020202020204" pitchFamily="34" charset="0"/>
                          <a:ea typeface="+mn-ea"/>
                          <a:cs typeface="+mn-cs"/>
                        </a:rPr>
                        <a:t>થેલી – વર્ણન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600"/>
                        </a:spcBef>
                        <a:spcAft>
                          <a:spcPts val="600"/>
                        </a:spcAft>
                      </a:pPr>
                      <a:endParaRPr lang="en-GB" sz="25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600"/>
                        </a:spcBef>
                        <a:spcAft>
                          <a:spcPts val="600"/>
                        </a:spcAft>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STIMULS HR4</a:t>
                      </a:r>
                      <a:endParaRPr lang="gu-IN" sz="2400" b="1" kern="1200" dirty="0" smtClean="0">
                        <a:solidFill>
                          <a:srgbClr val="C00000"/>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4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457200" indent="-457200">
                        <a:spcBef>
                          <a:spcPts val="600"/>
                        </a:spcBef>
                        <a:spcAft>
                          <a:spcPts val="600"/>
                        </a:spcAft>
                        <a:buAutoNum type="arabicPeriod"/>
                      </a:pPr>
                      <a:r>
                        <a:rPr lang="en-GB" sz="2400" b="1" kern="1200" dirty="0" smtClean="0">
                          <a:solidFill>
                            <a:srgbClr val="006600"/>
                          </a:solidFill>
                          <a:effectLst/>
                          <a:latin typeface="Arial" panose="020B0604020202020204" pitchFamily="34" charset="0"/>
                          <a:ea typeface="+mn-ea"/>
                          <a:cs typeface="Arial" panose="020B0604020202020204" pitchFamily="34" charset="0"/>
                        </a:rPr>
                        <a:t>E -</a:t>
                      </a:r>
                      <a:r>
                        <a:rPr lang="gu-IN" sz="2400" b="1" kern="1200" dirty="0" smtClean="0">
                          <a:solidFill>
                            <a:srgbClr val="006600"/>
                          </a:solidFill>
                          <a:effectLst/>
                          <a:latin typeface="Arial" panose="020B0604020202020204" pitchFamily="34" charset="0"/>
                          <a:ea typeface="+mn-ea"/>
                          <a:cs typeface="+mn-cs"/>
                        </a:rPr>
                        <a:t> તમે તમારી થેલીનું વર્ણન કરશો</a:t>
                      </a:r>
                      <a:r>
                        <a:rPr lang="en-GB" sz="2400" b="1" kern="1200" dirty="0" smtClean="0">
                          <a:solidFill>
                            <a:srgbClr val="006600"/>
                          </a:solidFill>
                          <a:effectLst/>
                          <a:latin typeface="Arial" panose="020B0604020202020204" pitchFamily="34" charset="0"/>
                          <a:ea typeface="+mn-ea"/>
                          <a:cs typeface="Arial" panose="020B0604020202020204" pitchFamily="34" charset="0"/>
                        </a:rPr>
                        <a:t>?</a:t>
                      </a:r>
                    </a:p>
                    <a:p>
                      <a:pPr marL="0" indent="0">
                        <a:spcBef>
                          <a:spcPts val="600"/>
                        </a:spcBef>
                        <a:spcAft>
                          <a:spcPts val="600"/>
                        </a:spcAft>
                        <a:buNone/>
                      </a:pPr>
                      <a:r>
                        <a:rPr lang="en-US" sz="2300" b="0" kern="1200" dirty="0" smtClean="0">
                          <a:solidFill>
                            <a:srgbClr val="006600"/>
                          </a:solidFill>
                          <a:effectLst/>
                          <a:latin typeface="Arial" panose="020B0604020202020204" pitchFamily="34" charset="0"/>
                          <a:ea typeface="+mn-ea"/>
                          <a:cs typeface="Arial" panose="020B0604020202020204" pitchFamily="34" charset="0"/>
                        </a:rPr>
                        <a:t>Allow the candidate to describe the bag.</a:t>
                      </a:r>
                    </a:p>
                    <a:p>
                      <a:pPr marL="0" indent="0">
                        <a:lnSpc>
                          <a:spcPct val="110000"/>
                        </a:lnSpc>
                        <a:spcBef>
                          <a:spcPts val="600"/>
                        </a:spcBef>
                        <a:spcAft>
                          <a:spcPts val="600"/>
                        </a:spcAft>
                        <a:buFont typeface="Arial" panose="020B0604020202020204" pitchFamily="34" charset="0"/>
                        <a:buNone/>
                        <a:tabLst/>
                      </a:pPr>
                      <a:r>
                        <a:rPr lang="en-GB" sz="2400" b="0" dirty="0" smtClean="0">
                          <a:solidFill>
                            <a:srgbClr val="006600"/>
                          </a:solidFill>
                          <a:effectLst/>
                          <a:latin typeface="Arial" panose="020B0604020202020204" pitchFamily="34" charset="0"/>
                          <a:cs typeface="Arial" panose="020B0604020202020204" pitchFamily="34" charset="0"/>
                        </a:rPr>
                        <a:t>C</a:t>
                      </a:r>
                      <a:r>
                        <a:rPr lang="en-GB" sz="2400" b="0" baseline="0" dirty="0" smtClean="0">
                          <a:solidFill>
                            <a:srgbClr val="006600"/>
                          </a:solidFill>
                          <a:effectLst/>
                          <a:latin typeface="Arial" panose="020B0604020202020204" pitchFamily="34" charset="0"/>
                          <a:cs typeface="Arial" panose="020B0604020202020204" pitchFamily="34" charset="0"/>
                        </a:rPr>
                        <a:t> – </a:t>
                      </a:r>
                      <a:r>
                        <a:rPr lang="gu-IN" sz="2400" b="0" baseline="0" dirty="0" smtClean="0">
                          <a:solidFill>
                            <a:srgbClr val="006600"/>
                          </a:solidFill>
                          <a:effectLst/>
                          <a:latin typeface="Arial" panose="020B0604020202020204" pitchFamily="34" charset="0"/>
                          <a:cs typeface="Arial" panose="020B0604020202020204" pitchFamily="34" charset="0"/>
                        </a:rPr>
                        <a:t>મારી </a:t>
                      </a:r>
                      <a:r>
                        <a:rPr lang="gu-IN" sz="2400" b="0" kern="1200" dirty="0" smtClean="0">
                          <a:solidFill>
                            <a:srgbClr val="006600"/>
                          </a:solidFill>
                          <a:effectLst/>
                          <a:latin typeface="Arial" panose="020B0604020202020204" pitchFamily="34" charset="0"/>
                          <a:ea typeface="+mn-ea"/>
                          <a:cs typeface="+mn-cs"/>
                        </a:rPr>
                        <a:t>થેલી</a:t>
                      </a:r>
                      <a:r>
                        <a:rPr lang="gu-IN" sz="2400" b="0" dirty="0" smtClean="0">
                          <a:solidFill>
                            <a:srgbClr val="006600"/>
                          </a:solidFill>
                          <a:effectLst/>
                          <a:latin typeface="Arial" panose="020B0604020202020204" pitchFamily="34" charset="0"/>
                        </a:rPr>
                        <a:t> ચામડાંની</a:t>
                      </a:r>
                      <a:r>
                        <a:rPr lang="gu-IN" sz="2400" b="0" baseline="0" dirty="0" smtClean="0">
                          <a:solidFill>
                            <a:srgbClr val="006600"/>
                          </a:solidFill>
                          <a:effectLst/>
                          <a:latin typeface="Arial" panose="020B0604020202020204" pitchFamily="34" charset="0"/>
                        </a:rPr>
                        <a:t> </a:t>
                      </a:r>
                      <a:r>
                        <a:rPr lang="gu-IN" sz="2400" b="0" dirty="0" smtClean="0">
                          <a:solidFill>
                            <a:srgbClr val="006600"/>
                          </a:solidFill>
                          <a:effectLst/>
                          <a:latin typeface="Arial" panose="020B0604020202020204" pitchFamily="34" charset="0"/>
                        </a:rPr>
                        <a:t>કાળા રંગની</a:t>
                      </a:r>
                      <a:r>
                        <a:rPr lang="gu-IN" sz="2400" b="0" baseline="0" dirty="0" smtClean="0">
                          <a:solidFill>
                            <a:srgbClr val="006600"/>
                          </a:solidFill>
                          <a:effectLst/>
                          <a:latin typeface="Arial" panose="020B0604020202020204" pitchFamily="34" charset="0"/>
                        </a:rPr>
                        <a:t> અને</a:t>
                      </a:r>
                      <a:r>
                        <a:rPr lang="gu-IN" sz="2400" b="0" dirty="0" smtClean="0">
                          <a:solidFill>
                            <a:srgbClr val="006600"/>
                          </a:solidFill>
                          <a:effectLst/>
                          <a:latin typeface="Arial" panose="020B0604020202020204" pitchFamily="34" charset="0"/>
                        </a:rPr>
                        <a:t> લાંબા પહોળા પટ્ટાવાળી</a:t>
                      </a:r>
                      <a:r>
                        <a:rPr lang="en-GB" sz="2400" b="0" baseline="0" dirty="0" smtClean="0">
                          <a:solidFill>
                            <a:srgbClr val="006600"/>
                          </a:solidFill>
                          <a:effectLst/>
                          <a:latin typeface="Arial" panose="020B0604020202020204" pitchFamily="34" charset="0"/>
                          <a:cs typeface="Arial" panose="020B0604020202020204" pitchFamily="34" charset="0"/>
                        </a:rPr>
                        <a:t> </a:t>
                      </a:r>
                      <a:r>
                        <a:rPr lang="gu-IN" sz="2400" b="0" dirty="0" smtClean="0">
                          <a:solidFill>
                            <a:srgbClr val="006600"/>
                          </a:solidFill>
                          <a:effectLst/>
                          <a:latin typeface="Arial" panose="020B0604020202020204" pitchFamily="34" charset="0"/>
                        </a:rPr>
                        <a:t>હતી અને બહાર મારું નામ ચોટાળેલું હતું</a:t>
                      </a:r>
                      <a:r>
                        <a:rPr lang="en-GB" sz="2400" b="0" dirty="0" smtClean="0">
                          <a:solidFill>
                            <a:srgbClr val="990099"/>
                          </a:solidFill>
                          <a:effectLst/>
                          <a:latin typeface="Arial" panose="020B0604020202020204" pitchFamily="34" charset="0"/>
                          <a:cs typeface="Arial" panose="020B0604020202020204" pitchFamily="34" charset="0"/>
                        </a:rPr>
                        <a:t>.</a:t>
                      </a:r>
                      <a:endParaRPr lang="gu-IN" sz="2400" b="0" dirty="0" smtClean="0">
                        <a:solidFill>
                          <a:srgbClr val="990099"/>
                        </a:solidFill>
                        <a:effectLst/>
                        <a:latin typeface="Arial" panose="020B0604020202020204" pitchFamily="34" charset="0"/>
                        <a:cs typeface="Arial" panose="020B0604020202020204" pitchFamily="34" charset="0"/>
                      </a:endParaRPr>
                    </a:p>
                    <a:p>
                      <a:pPr marL="0" indent="0">
                        <a:lnSpc>
                          <a:spcPct val="110000"/>
                        </a:lnSpc>
                        <a:spcBef>
                          <a:spcPts val="600"/>
                        </a:spcBef>
                        <a:spcAft>
                          <a:spcPts val="600"/>
                        </a:spcAft>
                        <a:buFont typeface="Arial" panose="020B0604020202020204" pitchFamily="34" charset="0"/>
                        <a:buNone/>
                        <a:tabLst/>
                      </a:pPr>
                      <a:endParaRPr lang="gu-IN" sz="2400" b="0" dirty="0" smtClean="0">
                        <a:solidFill>
                          <a:srgbClr val="990099"/>
                        </a:solidFill>
                        <a:effectLst/>
                        <a:latin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25286244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11</a:t>
            </a:fld>
            <a:endParaRPr lang="en-GB" dirty="0" smtClean="0"/>
          </a:p>
        </p:txBody>
      </p:sp>
      <p:sp>
        <p:nvSpPr>
          <p:cNvPr id="11" name="Rectangle 2"/>
          <p:cNvSpPr>
            <a:spLocks noGrp="1" noChangeArrowheads="1"/>
          </p:cNvSpPr>
          <p:nvPr>
            <p:ph type="title"/>
          </p:nvPr>
        </p:nvSpPr>
        <p:spPr>
          <a:xfrm>
            <a:off x="377791" y="685799"/>
            <a:ext cx="9309232" cy="555899"/>
          </a:xfrm>
        </p:spPr>
        <p:txBody>
          <a:bodyPr/>
          <a:lstStyle/>
          <a:p>
            <a:r>
              <a:rPr lang="en-GB" sz="2300" dirty="0">
                <a:solidFill>
                  <a:srgbClr val="0000CC"/>
                </a:solidFill>
              </a:rPr>
              <a:t>Task 1 -</a:t>
            </a:r>
            <a:r>
              <a:rPr lang="gu-IN" sz="2300" dirty="0">
                <a:solidFill>
                  <a:srgbClr val="0000CC"/>
                </a:solidFill>
              </a:rPr>
              <a:t> </a:t>
            </a:r>
            <a:r>
              <a:rPr lang="en-GB" sz="2300" dirty="0">
                <a:solidFill>
                  <a:srgbClr val="0000CC"/>
                </a:solidFill>
              </a:rPr>
              <a:t>SAMs 2018 - Role-play </a:t>
            </a:r>
            <a:r>
              <a:rPr lang="gu-IN" sz="2300" dirty="0">
                <a:solidFill>
                  <a:srgbClr val="0000CC"/>
                </a:solidFill>
              </a:rPr>
              <a:t>(</a:t>
            </a:r>
            <a:r>
              <a:rPr lang="en-GB" sz="2300" dirty="0">
                <a:solidFill>
                  <a:srgbClr val="0000CC"/>
                </a:solidFill>
              </a:rPr>
              <a:t>H</a:t>
            </a:r>
            <a:r>
              <a:rPr lang="gu-IN" sz="2300" dirty="0">
                <a:solidFill>
                  <a:srgbClr val="0000CC"/>
                </a:solidFill>
              </a:rPr>
              <a:t>)</a:t>
            </a:r>
            <a:r>
              <a:rPr lang="en-GB" sz="2300" dirty="0">
                <a:solidFill>
                  <a:srgbClr val="0000CC"/>
                </a:solidFill>
              </a:rPr>
              <a:t> - Travel  &amp; tourist transactions</a:t>
            </a:r>
          </a:p>
        </p:txBody>
      </p:sp>
      <p:graphicFrame>
        <p:nvGraphicFramePr>
          <p:cNvPr id="6" name="Table 5"/>
          <p:cNvGraphicFramePr>
            <a:graphicFrameLocks noGrp="1"/>
          </p:cNvGraphicFramePr>
          <p:nvPr>
            <p:extLst>
              <p:ext uri="{D42A27DB-BD31-4B8C-83A1-F6EECF244321}">
                <p14:modId xmlns:p14="http://schemas.microsoft.com/office/powerpoint/2010/main" val="4091082264"/>
              </p:ext>
            </p:extLst>
          </p:nvPr>
        </p:nvGraphicFramePr>
        <p:xfrm>
          <a:off x="462996" y="1676400"/>
          <a:ext cx="8947704" cy="3935476"/>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752466552"/>
                    </a:ext>
                  </a:extLst>
                </a:gridCol>
                <a:gridCol w="208280">
                  <a:extLst>
                    <a:ext uri="{9D8B030D-6E8A-4147-A177-3AD203B41FA5}">
                      <a16:colId xmlns:a16="http://schemas.microsoft.com/office/drawing/2014/main" val="1443842767"/>
                    </a:ext>
                  </a:extLst>
                </a:gridCol>
                <a:gridCol w="5499424">
                  <a:extLst>
                    <a:ext uri="{9D8B030D-6E8A-4147-A177-3AD203B41FA5}">
                      <a16:colId xmlns:a16="http://schemas.microsoft.com/office/drawing/2014/main" val="2247429558"/>
                    </a:ext>
                  </a:extLst>
                </a:gridCol>
              </a:tblGrid>
              <a:tr h="370840">
                <a:tc>
                  <a:txBody>
                    <a:bodyPr/>
                    <a:lstStyle/>
                    <a:p>
                      <a:pPr marL="0" marR="791845" lvl="0" indent="0" algn="l" defTabSz="914400" rtl="0" eaLnBrk="1" fontAlgn="auto" latinLnBrk="0" hangingPunct="1">
                        <a:lnSpc>
                          <a:spcPct val="100000"/>
                        </a:lnSpc>
                        <a:spcBef>
                          <a:spcPts val="500"/>
                        </a:spcBef>
                        <a:spcAft>
                          <a:spcPts val="700"/>
                        </a:spcAft>
                        <a:buClrTx/>
                        <a:buSzTx/>
                        <a:buFontTx/>
                        <a:buNone/>
                        <a:tabLst>
                          <a:tab pos="234315" algn="l"/>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791845" lvl="0" indent="0" algn="l" defTabSz="914400" rtl="0" eaLnBrk="1" fontAlgn="auto" latinLnBrk="0" hangingPunct="1">
                        <a:lnSpc>
                          <a:spcPct val="100000"/>
                        </a:lnSpc>
                        <a:spcBef>
                          <a:spcPts val="500"/>
                        </a:spcBef>
                        <a:spcAft>
                          <a:spcPts val="700"/>
                        </a:spcAft>
                        <a:buClrTx/>
                        <a:buSzTx/>
                        <a:buFontTx/>
                        <a:buNone/>
                        <a:tabLst>
                          <a:tab pos="234315" algn="l"/>
                        </a:tabLst>
                        <a:defRPr/>
                      </a:pPr>
                      <a:r>
                        <a:rPr lang="en-GB" sz="24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p>
                    <a:p>
                      <a:pPr marL="0" marR="791845" lvl="0" indent="0" algn="l" defTabSz="914400" rtl="0" eaLnBrk="1" fontAlgn="auto" latinLnBrk="0" hangingPunct="1">
                        <a:lnSpc>
                          <a:spcPct val="100000"/>
                        </a:lnSpc>
                        <a:spcBef>
                          <a:spcPts val="500"/>
                        </a:spcBef>
                        <a:spcAft>
                          <a:spcPts val="500"/>
                        </a:spcAft>
                        <a:buClrTx/>
                        <a:buSzTx/>
                        <a:buFontTx/>
                        <a:buNone/>
                        <a:tabLst>
                          <a:tab pos="234315" algn="l"/>
                        </a:tabLst>
                        <a:defRPr/>
                      </a:pPr>
                      <a:endParaRPr lang="gu-IN" sz="2400" b="1" kern="1200" dirty="0" smtClean="0">
                        <a:solidFill>
                          <a:srgbClr val="006600"/>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500"/>
                        </a:spcBef>
                        <a:spcAft>
                          <a:spcPts val="500"/>
                        </a:spcAft>
                        <a:buClrTx/>
                        <a:buSzTx/>
                        <a:buFontTx/>
                        <a:buNone/>
                        <a:tabLst/>
                        <a:defRPr/>
                      </a:pPr>
                      <a:r>
                        <a:rPr lang="en-GB" sz="2500" b="0" kern="1200" dirty="0" smtClean="0">
                          <a:solidFill>
                            <a:srgbClr val="990099"/>
                          </a:solidFill>
                          <a:effectLst/>
                          <a:latin typeface="Arial" panose="020B0604020202020204" pitchFamily="34" charset="0"/>
                          <a:ea typeface="+mn-ea"/>
                          <a:cs typeface="+mn-cs"/>
                        </a:rPr>
                        <a:t>2. </a:t>
                      </a:r>
                      <a:r>
                        <a:rPr lang="gu-IN" sz="2500" b="0" kern="1200" dirty="0" smtClean="0">
                          <a:solidFill>
                            <a:srgbClr val="990099"/>
                          </a:solidFill>
                          <a:effectLst/>
                          <a:latin typeface="Arial" panose="020B0604020202020204" pitchFamily="34" charset="0"/>
                          <a:ea typeface="+mn-ea"/>
                          <a:cs typeface="+mn-cs"/>
                        </a:rPr>
                        <a:t>થેલી – તેમાંની  વસ્તુઓ</a:t>
                      </a:r>
                      <a:endParaRPr lang="en-GB" sz="2500" b="0" kern="1200" dirty="0">
                        <a:solidFill>
                          <a:srgbClr val="990099"/>
                        </a:solidFill>
                        <a:effectLst/>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500"/>
                        </a:spcBef>
                        <a:spcAft>
                          <a:spcPts val="500"/>
                        </a:spcAft>
                      </a:pPr>
                      <a:endParaRPr lang="en-GB" sz="25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500"/>
                        </a:spcBef>
                        <a:spcAft>
                          <a:spcPts val="500"/>
                        </a:spcAft>
                        <a:buClrTx/>
                        <a:buSzTx/>
                        <a:buFontTx/>
                        <a:buNone/>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STIMULS HR4</a:t>
                      </a:r>
                      <a:r>
                        <a:rPr lang="gu-IN" sz="2400" b="1" kern="1200" dirty="0" smtClean="0">
                          <a:solidFill>
                            <a:srgbClr val="C00000"/>
                          </a:solidFill>
                          <a:effectLst/>
                          <a:latin typeface="Arial" panose="020B0604020202020204" pitchFamily="34" charset="0"/>
                          <a:ea typeface="+mn-ea"/>
                          <a:cs typeface="Arial" panose="020B0604020202020204" pitchFamily="34" charset="0"/>
                        </a:rPr>
                        <a:t> </a:t>
                      </a:r>
                      <a:endParaRPr lang="en-GB" sz="2400" b="1" kern="1200" dirty="0" smtClean="0">
                        <a:solidFill>
                          <a:srgbClr val="C00000"/>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500"/>
                        </a:spcBef>
                        <a:spcAft>
                          <a:spcPts val="500"/>
                        </a:spcAft>
                        <a:buClrTx/>
                        <a:buSzTx/>
                        <a:buFontTx/>
                        <a:buNone/>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4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0" indent="0">
                        <a:lnSpc>
                          <a:spcPct val="100000"/>
                        </a:lnSpc>
                        <a:spcBef>
                          <a:spcPts val="500"/>
                        </a:spcBef>
                        <a:spcAft>
                          <a:spcPts val="500"/>
                        </a:spcAft>
                        <a:tabLst/>
                      </a:pPr>
                      <a:r>
                        <a:rPr lang="en-GB" sz="2400" b="1" i="0" kern="1200" dirty="0" smtClean="0">
                          <a:solidFill>
                            <a:srgbClr val="990099"/>
                          </a:solidFill>
                          <a:effectLst/>
                          <a:latin typeface="Arial" panose="020B0604020202020204" pitchFamily="34" charset="0"/>
                          <a:ea typeface="+mn-ea"/>
                          <a:cs typeface="Arial" panose="020B0604020202020204" pitchFamily="34" charset="0"/>
                        </a:rPr>
                        <a:t>2. E - </a:t>
                      </a:r>
                      <a:r>
                        <a:rPr lang="gu-IN" sz="2400" b="1" kern="1200" dirty="0" smtClean="0">
                          <a:solidFill>
                            <a:srgbClr val="990099"/>
                          </a:solidFill>
                          <a:effectLst/>
                          <a:latin typeface="Arial" panose="020B0604020202020204" pitchFamily="34" charset="0"/>
                          <a:ea typeface="+mn-ea"/>
                          <a:cs typeface="+mn-cs"/>
                        </a:rPr>
                        <a:t>થેલી</a:t>
                      </a:r>
                      <a:r>
                        <a:rPr lang="gu-IN" sz="2400" b="1" i="0" kern="1200" dirty="0" smtClean="0">
                          <a:solidFill>
                            <a:srgbClr val="990099"/>
                          </a:solidFill>
                          <a:effectLst/>
                          <a:latin typeface="Arial" panose="020B0604020202020204" pitchFamily="34" charset="0"/>
                          <a:ea typeface="+mn-ea"/>
                          <a:cs typeface="+mn-cs"/>
                        </a:rPr>
                        <a:t>ની અંદર જે વસ્તુઓ હતી તેનું</a:t>
                      </a:r>
                      <a:r>
                        <a:rPr lang="en-GB" sz="2400" b="1" i="0" kern="1200" baseline="0" dirty="0" smtClean="0">
                          <a:solidFill>
                            <a:srgbClr val="990099"/>
                          </a:solidFill>
                          <a:effectLst/>
                          <a:latin typeface="Arial" panose="020B0604020202020204" pitchFamily="34" charset="0"/>
                          <a:ea typeface="+mn-ea"/>
                          <a:cs typeface="+mn-cs"/>
                        </a:rPr>
                        <a:t> </a:t>
                      </a:r>
                      <a:r>
                        <a:rPr lang="gu-IN" sz="2400" b="1" i="0" kern="1200" dirty="0" smtClean="0">
                          <a:solidFill>
                            <a:srgbClr val="990099"/>
                          </a:solidFill>
                          <a:effectLst/>
                          <a:latin typeface="Arial" panose="020B0604020202020204" pitchFamily="34" charset="0"/>
                          <a:ea typeface="+mn-ea"/>
                          <a:cs typeface="+mn-cs"/>
                        </a:rPr>
                        <a:t>વર્ણન કરો.</a:t>
                      </a:r>
                      <a:endParaRPr lang="en-GB" sz="2400" b="1" i="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95000"/>
                        </a:lnSpc>
                        <a:spcBef>
                          <a:spcPts val="500"/>
                        </a:spcBef>
                        <a:spcAft>
                          <a:spcPts val="500"/>
                        </a:spcAft>
                        <a:buClrTx/>
                        <a:buSzTx/>
                        <a:buFontTx/>
                        <a:buNone/>
                        <a:tabLst/>
                        <a:defRPr/>
                      </a:pPr>
                      <a:r>
                        <a:rPr lang="en-US" sz="2300" b="0" i="0" kern="1200" dirty="0" smtClean="0">
                          <a:solidFill>
                            <a:srgbClr val="990099"/>
                          </a:solidFill>
                          <a:effectLst/>
                          <a:latin typeface="Arial" panose="020B0604020202020204" pitchFamily="34" charset="0"/>
                          <a:ea typeface="+mn-ea"/>
                          <a:cs typeface="Arial" panose="020B0604020202020204" pitchFamily="34" charset="0"/>
                        </a:rPr>
                        <a:t>Allow the </a:t>
                      </a:r>
                      <a:r>
                        <a:rPr lang="en-US" sz="2300" b="1" i="0" kern="1200" dirty="0" smtClean="0">
                          <a:solidFill>
                            <a:srgbClr val="990099"/>
                          </a:solidFill>
                          <a:effectLst/>
                          <a:latin typeface="Arial" panose="020B0604020202020204" pitchFamily="34" charset="0"/>
                          <a:ea typeface="+mn-ea"/>
                          <a:cs typeface="Arial" panose="020B0604020202020204" pitchFamily="34" charset="0"/>
                        </a:rPr>
                        <a:t>candidate</a:t>
                      </a:r>
                      <a:r>
                        <a:rPr lang="en-US" sz="2300" b="0" i="0" kern="1200" dirty="0" smtClean="0">
                          <a:solidFill>
                            <a:srgbClr val="990099"/>
                          </a:solidFill>
                          <a:effectLst/>
                          <a:latin typeface="Arial" panose="020B0604020202020204" pitchFamily="34" charset="0"/>
                          <a:ea typeface="+mn-ea"/>
                          <a:cs typeface="Arial" panose="020B0604020202020204" pitchFamily="34" charset="0"/>
                        </a:rPr>
                        <a:t> to state what was in</a:t>
                      </a:r>
                      <a:r>
                        <a:rPr lang="en-US" sz="2300" b="0" i="0" kern="1200" baseline="0" dirty="0" smtClean="0">
                          <a:solidFill>
                            <a:srgbClr val="990099"/>
                          </a:solidFill>
                          <a:effectLst/>
                          <a:latin typeface="Arial" panose="020B0604020202020204" pitchFamily="34" charset="0"/>
                          <a:ea typeface="+mn-ea"/>
                          <a:cs typeface="Arial" panose="020B0604020202020204" pitchFamily="34" charset="0"/>
                        </a:rPr>
                        <a:t> </a:t>
                      </a:r>
                      <a:r>
                        <a:rPr lang="en-US" sz="2300" b="0" i="0" kern="1200" dirty="0" smtClean="0">
                          <a:solidFill>
                            <a:srgbClr val="990099"/>
                          </a:solidFill>
                          <a:effectLst/>
                          <a:latin typeface="Arial" panose="020B0604020202020204" pitchFamily="34" charset="0"/>
                          <a:ea typeface="+mn-ea"/>
                          <a:cs typeface="Arial" panose="020B0604020202020204" pitchFamily="34" charset="0"/>
                        </a:rPr>
                        <a:t>the bag.</a:t>
                      </a:r>
                      <a:r>
                        <a:rPr lang="x-none" sz="2300" b="0" i="0" kern="1200" dirty="0" smtClean="0">
                          <a:solidFill>
                            <a:srgbClr val="990099"/>
                          </a:solidFill>
                          <a:effectLst/>
                          <a:latin typeface="Arial" panose="020B0604020202020204" pitchFamily="34" charset="0"/>
                          <a:ea typeface="+mn-ea"/>
                          <a:cs typeface="Arial" panose="020B0604020202020204" pitchFamily="34" charset="0"/>
                        </a:rPr>
                        <a:t> </a:t>
                      </a:r>
                      <a:endParaRPr lang="en-GB" sz="2300" b="0" i="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500"/>
                        </a:spcBef>
                        <a:spcAft>
                          <a:spcPts val="500"/>
                        </a:spcAft>
                        <a:buClrTx/>
                        <a:buSzTx/>
                        <a:buFont typeface="Arial" panose="020B0604020202020204" pitchFamily="34" charset="0"/>
                        <a:buNone/>
                        <a:tabLst>
                          <a:tab pos="266700" algn="l"/>
                        </a:tabLst>
                        <a:defRPr/>
                      </a:pPr>
                      <a:r>
                        <a:rPr lang="en-GB" sz="2400" b="0" i="0" dirty="0" smtClean="0">
                          <a:solidFill>
                            <a:srgbClr val="990099"/>
                          </a:solidFill>
                          <a:effectLst/>
                          <a:latin typeface="Arial" panose="020B0604020202020204" pitchFamily="34" charset="0"/>
                        </a:rPr>
                        <a:t>C - </a:t>
                      </a:r>
                      <a:r>
                        <a:rPr lang="gu-IN" sz="2400" b="0" kern="1200" dirty="0" smtClean="0">
                          <a:solidFill>
                            <a:srgbClr val="990099"/>
                          </a:solidFill>
                          <a:effectLst/>
                          <a:latin typeface="Arial" panose="020B0604020202020204" pitchFamily="34" charset="0"/>
                          <a:ea typeface="+mn-ea"/>
                          <a:cs typeface="+mn-cs"/>
                        </a:rPr>
                        <a:t>થેલી</a:t>
                      </a:r>
                      <a:r>
                        <a:rPr lang="gu-IN" sz="2400" b="0" i="0" kern="1200" dirty="0" smtClean="0">
                          <a:solidFill>
                            <a:srgbClr val="990099"/>
                          </a:solidFill>
                          <a:effectLst/>
                          <a:latin typeface="Arial" panose="020B0604020202020204" pitchFamily="34" charset="0"/>
                          <a:ea typeface="+mn-ea"/>
                          <a:cs typeface="+mn-cs"/>
                        </a:rPr>
                        <a:t>ની અંદર </a:t>
                      </a:r>
                      <a:r>
                        <a:rPr lang="gu-IN" sz="2400" b="0" i="0" dirty="0" smtClean="0">
                          <a:solidFill>
                            <a:srgbClr val="990099"/>
                          </a:solidFill>
                          <a:effectLst/>
                          <a:latin typeface="Arial" panose="020B0604020202020204" pitchFamily="34" charset="0"/>
                        </a:rPr>
                        <a:t>લાલ રંગનું પૈસાનું પાકીટ</a:t>
                      </a:r>
                      <a:r>
                        <a:rPr lang="en-GB" sz="2400" b="0" i="0" dirty="0" smtClean="0">
                          <a:solidFill>
                            <a:srgbClr val="990099"/>
                          </a:solidFill>
                          <a:effectLst/>
                          <a:latin typeface="Arial" panose="020B0604020202020204" pitchFamily="34" charset="0"/>
                          <a:cs typeface="Arial" panose="020B0604020202020204" pitchFamily="34" charset="0"/>
                        </a:rPr>
                        <a:t>, </a:t>
                      </a:r>
                      <a:r>
                        <a:rPr lang="gu-IN" sz="2400" b="0" i="0" dirty="0" smtClean="0">
                          <a:solidFill>
                            <a:srgbClr val="990099"/>
                          </a:solidFill>
                          <a:effectLst/>
                          <a:latin typeface="Arial" panose="020B0604020202020204" pitchFamily="34" charset="0"/>
                        </a:rPr>
                        <a:t>સફર માટેનાં થોડાં કપડાં અને કોચની ટિકિટ હતાં.</a:t>
                      </a:r>
                      <a:endParaRPr lang="gu-IN" sz="2400" b="0" i="0" u="none" strike="noStrike" kern="1200" baseline="0" dirty="0" smtClean="0">
                        <a:solidFill>
                          <a:srgbClr val="990099"/>
                        </a:solidFill>
                        <a:latin typeface="+mn-lt"/>
                        <a:ea typeface="+mn-ea"/>
                        <a:cs typeface="+mn-cs"/>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27216684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12</a:t>
            </a:fld>
            <a:endParaRPr lang="en-GB" dirty="0" smtClean="0"/>
          </a:p>
        </p:txBody>
      </p:sp>
      <p:sp>
        <p:nvSpPr>
          <p:cNvPr id="11" name="Rectangle 2"/>
          <p:cNvSpPr>
            <a:spLocks noGrp="1" noChangeArrowheads="1"/>
          </p:cNvSpPr>
          <p:nvPr>
            <p:ph type="title"/>
          </p:nvPr>
        </p:nvSpPr>
        <p:spPr>
          <a:xfrm>
            <a:off x="377791" y="555899"/>
            <a:ext cx="9309232" cy="685800"/>
          </a:xfrm>
        </p:spPr>
        <p:txBody>
          <a:bodyPr/>
          <a:lstStyle/>
          <a:p>
            <a:r>
              <a:rPr lang="en-GB" sz="2400" dirty="0">
                <a:solidFill>
                  <a:srgbClr val="0000CC"/>
                </a:solidFill>
              </a:rPr>
              <a:t>Task 1 -</a:t>
            </a:r>
            <a:r>
              <a:rPr lang="gu-IN" sz="2400" dirty="0">
                <a:solidFill>
                  <a:srgbClr val="0000CC"/>
                </a:solidFill>
              </a:rPr>
              <a:t> </a:t>
            </a:r>
            <a:r>
              <a:rPr lang="en-GB" sz="2400" dirty="0">
                <a:solidFill>
                  <a:srgbClr val="0000CC"/>
                </a:solidFill>
              </a:rPr>
              <a:t>SAMs Role-play </a:t>
            </a:r>
            <a:r>
              <a:rPr lang="gu-IN" sz="2400" dirty="0">
                <a:solidFill>
                  <a:srgbClr val="0000CC"/>
                </a:solidFill>
              </a:rPr>
              <a:t>(</a:t>
            </a:r>
            <a:r>
              <a:rPr lang="en-GB" sz="2400" dirty="0">
                <a:solidFill>
                  <a:srgbClr val="0000CC"/>
                </a:solidFill>
              </a:rPr>
              <a:t>H</a:t>
            </a:r>
            <a:r>
              <a:rPr lang="gu-IN" sz="2400" dirty="0">
                <a:solidFill>
                  <a:srgbClr val="0000CC"/>
                </a:solidFill>
              </a:rPr>
              <a:t>)</a:t>
            </a:r>
            <a:r>
              <a:rPr lang="en-GB" sz="2400" dirty="0">
                <a:solidFill>
                  <a:srgbClr val="0000CC"/>
                </a:solidFill>
              </a:rPr>
              <a:t>– Travel  &amp; tourist transactions</a:t>
            </a:r>
          </a:p>
        </p:txBody>
      </p:sp>
      <p:graphicFrame>
        <p:nvGraphicFramePr>
          <p:cNvPr id="6" name="Table 5"/>
          <p:cNvGraphicFramePr>
            <a:graphicFrameLocks noGrp="1"/>
          </p:cNvGraphicFramePr>
          <p:nvPr>
            <p:extLst>
              <p:ext uri="{D42A27DB-BD31-4B8C-83A1-F6EECF244321}">
                <p14:modId xmlns:p14="http://schemas.microsoft.com/office/powerpoint/2010/main" val="2365241292"/>
              </p:ext>
            </p:extLst>
          </p:nvPr>
        </p:nvGraphicFramePr>
        <p:xfrm>
          <a:off x="359780" y="1402745"/>
          <a:ext cx="9165220" cy="4363212"/>
        </p:xfrm>
        <a:graphic>
          <a:graphicData uri="http://schemas.openxmlformats.org/drawingml/2006/table">
            <a:tbl>
              <a:tblPr firstRow="1" bandRow="1">
                <a:tableStyleId>{5C22544A-7EE6-4342-B048-85BDC9FD1C3A}</a:tableStyleId>
              </a:tblPr>
              <a:tblGrid>
                <a:gridCol w="2554651">
                  <a:extLst>
                    <a:ext uri="{9D8B030D-6E8A-4147-A177-3AD203B41FA5}">
                      <a16:colId xmlns:a16="http://schemas.microsoft.com/office/drawing/2014/main" val="752466552"/>
                    </a:ext>
                  </a:extLst>
                </a:gridCol>
                <a:gridCol w="222024">
                  <a:extLst>
                    <a:ext uri="{9D8B030D-6E8A-4147-A177-3AD203B41FA5}">
                      <a16:colId xmlns:a16="http://schemas.microsoft.com/office/drawing/2014/main" val="1443842767"/>
                    </a:ext>
                  </a:extLst>
                </a:gridCol>
                <a:gridCol w="6388545">
                  <a:extLst>
                    <a:ext uri="{9D8B030D-6E8A-4147-A177-3AD203B41FA5}">
                      <a16:colId xmlns:a16="http://schemas.microsoft.com/office/drawing/2014/main" val="2247429558"/>
                    </a:ext>
                  </a:extLst>
                </a:gridCol>
              </a:tblGrid>
              <a:tr h="370840">
                <a:tc>
                  <a:txBody>
                    <a:bodyPr/>
                    <a:lstStyle/>
                    <a:p>
                      <a:pPr marL="0" marR="0" lvl="0" indent="0" algn="l" defTabSz="914400" rtl="0" eaLnBrk="1" fontAlgn="auto" latinLnBrk="0" hangingPunct="1">
                        <a:lnSpc>
                          <a:spcPct val="100000"/>
                        </a:lnSpc>
                        <a:spcBef>
                          <a:spcPts val="500"/>
                        </a:spcBef>
                        <a:spcAft>
                          <a:spcPts val="700"/>
                        </a:spcAft>
                        <a:buClrTx/>
                        <a:buSzTx/>
                        <a:buFontTx/>
                        <a:buNone/>
                        <a:tabLst/>
                        <a:defRPr/>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HR4</a:t>
                      </a:r>
                      <a:r>
                        <a:rPr lang="gu-IN" sz="2300" b="1" kern="1200" dirty="0" smtClean="0">
                          <a:solidFill>
                            <a:srgbClr val="C00000"/>
                          </a:solidFill>
                          <a:effectLst/>
                          <a:latin typeface="Arial" panose="020B0604020202020204" pitchFamily="34" charset="0"/>
                          <a:ea typeface="+mn-ea"/>
                          <a:cs typeface="Arial" panose="020B0604020202020204" pitchFamily="34" charset="0"/>
                        </a:rPr>
                        <a:t> </a:t>
                      </a:r>
                      <a:endParaRPr lang="en-GB" sz="2300" b="1" dirty="0" smtClean="0">
                        <a:solidFill>
                          <a:srgbClr val="C00000"/>
                        </a:solidFill>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auto" latinLnBrk="0" hangingPunct="1">
                        <a:lnSpc>
                          <a:spcPct val="100000"/>
                        </a:lnSpc>
                        <a:spcBef>
                          <a:spcPts val="500"/>
                        </a:spcBef>
                        <a:spcAft>
                          <a:spcPts val="700"/>
                        </a:spcAft>
                        <a:buClrTx/>
                        <a:buSzTx/>
                        <a:buFontTx/>
                        <a:buNone/>
                        <a:tabLst/>
                        <a:defRPr/>
                      </a:pPr>
                      <a:r>
                        <a:rPr lang="en-GB" sz="23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p>
                    <a:p>
                      <a:pPr>
                        <a:lnSpc>
                          <a:spcPct val="100000"/>
                        </a:lnSpc>
                        <a:spcBef>
                          <a:spcPts val="500"/>
                        </a:spcBef>
                        <a:spcAft>
                          <a:spcPts val="700"/>
                        </a:spcAft>
                      </a:pPr>
                      <a:r>
                        <a:rPr lang="de-DE" sz="2300" b="0" kern="1200" dirty="0" smtClean="0">
                          <a:solidFill>
                            <a:srgbClr val="990099"/>
                          </a:solidFill>
                          <a:effectLst/>
                          <a:latin typeface="Arial" panose="020B0604020202020204" pitchFamily="34" charset="0"/>
                          <a:ea typeface="+mn-ea"/>
                          <a:cs typeface="Arial" panose="020B0604020202020204" pitchFamily="34" charset="0"/>
                        </a:rPr>
                        <a:t>3. !</a:t>
                      </a:r>
                      <a:r>
                        <a:rPr lang="gu-IN" sz="2300" b="0" kern="1200" dirty="0" smtClean="0">
                          <a:solidFill>
                            <a:srgbClr val="990099"/>
                          </a:solidFill>
                          <a:effectLst/>
                          <a:latin typeface="Arial" panose="020B0604020202020204" pitchFamily="34" charset="0"/>
                          <a:ea typeface="+mn-ea"/>
                          <a:cs typeface="Arial" panose="020B0604020202020204" pitchFamily="34" charset="0"/>
                        </a:rPr>
                        <a:t> </a:t>
                      </a:r>
                      <a:endParaRPr lang="en-GB" sz="2300" b="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500"/>
                        </a:spcBef>
                        <a:spcAft>
                          <a:spcPts val="700"/>
                        </a:spcAft>
                        <a:buClrTx/>
                        <a:buSzTx/>
                        <a:buFontTx/>
                        <a:buNone/>
                        <a:tabLst/>
                        <a:defRPr/>
                      </a:pPr>
                      <a:r>
                        <a:rPr lang="en-GB" sz="2300" b="0" kern="1200" dirty="0" smtClean="0">
                          <a:solidFill>
                            <a:srgbClr val="990099"/>
                          </a:solidFill>
                          <a:effectLst/>
                          <a:latin typeface="Arial" panose="020B0604020202020204" pitchFamily="34" charset="0"/>
                          <a:ea typeface="+mn-ea"/>
                          <a:cs typeface="Arial" panose="020B0604020202020204" pitchFamily="34" charset="0"/>
                        </a:rPr>
                        <a:t>(unpredictable</a:t>
                      </a:r>
                      <a:r>
                        <a:rPr lang="en-GB" sz="2300" b="0" kern="1200" baseline="0" dirty="0" smtClean="0">
                          <a:solidFill>
                            <a:srgbClr val="990099"/>
                          </a:solidFill>
                          <a:effectLst/>
                          <a:latin typeface="Arial" panose="020B0604020202020204" pitchFamily="34" charset="0"/>
                          <a:ea typeface="+mn-ea"/>
                          <a:cs typeface="Arial" panose="020B0604020202020204" pitchFamily="34" charset="0"/>
                        </a:rPr>
                        <a:t> Q)</a:t>
                      </a:r>
                    </a:p>
                    <a:p>
                      <a:pPr>
                        <a:lnSpc>
                          <a:spcPct val="100000"/>
                        </a:lnSpc>
                        <a:spcBef>
                          <a:spcPts val="500"/>
                        </a:spcBef>
                        <a:spcAft>
                          <a:spcPts val="700"/>
                        </a:spcAft>
                      </a:pPr>
                      <a:endParaRPr lang="de-DE" sz="2300" b="0" kern="1200" dirty="0" smtClean="0">
                        <a:solidFill>
                          <a:srgbClr val="006600"/>
                        </a:solidFill>
                        <a:effectLst/>
                        <a:latin typeface="Arial" panose="020B0604020202020204" pitchFamily="34" charset="0"/>
                        <a:ea typeface="+mn-ea"/>
                        <a:cs typeface="Arial" panose="020B0604020202020204" pitchFamily="34" charset="0"/>
                      </a:endParaRPr>
                    </a:p>
                    <a:p>
                      <a:pPr>
                        <a:lnSpc>
                          <a:spcPct val="100000"/>
                        </a:lnSpc>
                        <a:spcBef>
                          <a:spcPts val="500"/>
                        </a:spcBef>
                        <a:spcAft>
                          <a:spcPts val="700"/>
                        </a:spcAft>
                      </a:pPr>
                      <a:endParaRPr lang="en-GB" sz="2300" b="0" kern="1200" dirty="0">
                        <a:solidFill>
                          <a:schemeClr val="tx1"/>
                        </a:solidFill>
                        <a:effectLst/>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0000"/>
                        </a:lnSpc>
                        <a:spcBef>
                          <a:spcPts val="500"/>
                        </a:spcBef>
                        <a:spcAft>
                          <a:spcPts val="700"/>
                        </a:spcAft>
                      </a:pPr>
                      <a:endParaRPr lang="en-GB" sz="23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R="791845">
                        <a:lnSpc>
                          <a:spcPct val="100000"/>
                        </a:lnSpc>
                        <a:spcBef>
                          <a:spcPts val="500"/>
                        </a:spcBef>
                        <a:spcAft>
                          <a:spcPts val="300"/>
                        </a:spcAft>
                        <a:tabLst>
                          <a:tab pos="234315" algn="l"/>
                        </a:tabLst>
                      </a:pPr>
                      <a:r>
                        <a:rPr lang="en-GB" sz="2300" b="1" kern="1200" dirty="0" smtClean="0">
                          <a:solidFill>
                            <a:srgbClr val="C00000"/>
                          </a:solidFill>
                          <a:effectLst/>
                          <a:latin typeface="Arial" panose="020B0604020202020204" pitchFamily="34" charset="0"/>
                          <a:ea typeface="+mn-ea"/>
                          <a:cs typeface="Arial" panose="020B0604020202020204" pitchFamily="34" charset="0"/>
                        </a:rPr>
                        <a:t>STIMULUS HR4</a:t>
                      </a:r>
                      <a:r>
                        <a:rPr lang="gu-IN" sz="2300" b="1" kern="1200" dirty="0" smtClean="0">
                          <a:solidFill>
                            <a:srgbClr val="C00000"/>
                          </a:solidFill>
                          <a:effectLst/>
                          <a:latin typeface="Arial" panose="020B0604020202020204" pitchFamily="34" charset="0"/>
                          <a:ea typeface="+mn-ea"/>
                          <a:cs typeface="Arial" panose="020B0604020202020204" pitchFamily="34" charset="0"/>
                        </a:rPr>
                        <a:t> </a:t>
                      </a:r>
                      <a:r>
                        <a:rPr lang="en-GB" sz="2300" b="1" kern="1200" dirty="0" smtClean="0">
                          <a:solidFill>
                            <a:srgbClr val="C00000"/>
                          </a:solidFill>
                          <a:effectLst/>
                          <a:latin typeface="Arial" panose="020B0604020202020204" pitchFamily="34" charset="0"/>
                          <a:ea typeface="+mn-ea"/>
                          <a:cs typeface="Arial" panose="020B0604020202020204" pitchFamily="34" charset="0"/>
                        </a:rPr>
                        <a:t>-</a:t>
                      </a:r>
                      <a:r>
                        <a:rPr lang="gu-IN" sz="2300" b="1" kern="1200" dirty="0" smtClean="0">
                          <a:solidFill>
                            <a:srgbClr val="C00000"/>
                          </a:solidFill>
                          <a:effectLst/>
                          <a:latin typeface="Arial" panose="020B0604020202020204" pitchFamily="34" charset="0"/>
                          <a:ea typeface="+mn-ea"/>
                          <a:cs typeface="Arial" panose="020B0604020202020204" pitchFamily="34" charset="0"/>
                        </a:rPr>
                        <a:t> </a:t>
                      </a:r>
                      <a:r>
                        <a:rPr lang="en-GB" sz="2300" b="1" dirty="0" smtClean="0">
                          <a:solidFill>
                            <a:srgbClr val="C00000"/>
                          </a:solidFill>
                          <a:latin typeface="Arial" panose="020B0604020202020204" pitchFamily="34" charset="0"/>
                          <a:ea typeface="Times New Roman" panose="02020603050405020304" pitchFamily="18" charset="0"/>
                          <a:cs typeface="Arial" panose="020B0604020202020204" pitchFamily="34" charset="0"/>
                        </a:rPr>
                        <a:t>Teacher’s Card</a:t>
                      </a:r>
                    </a:p>
                    <a:p>
                      <a:pPr marL="0" marR="0" lvl="0" indent="0" algn="l" defTabSz="914400" rtl="0" eaLnBrk="1" fontAlgn="auto" latinLnBrk="0" hangingPunct="1">
                        <a:lnSpc>
                          <a:spcPct val="100000"/>
                        </a:lnSpc>
                        <a:spcBef>
                          <a:spcPts val="0"/>
                        </a:spcBef>
                        <a:spcAft>
                          <a:spcPts val="0"/>
                        </a:spcAft>
                        <a:buClrTx/>
                        <a:buSzTx/>
                        <a:buFontTx/>
                        <a:buNone/>
                        <a:tabLst>
                          <a:tab pos="266700" algn="l"/>
                        </a:tabLst>
                        <a:defRPr/>
                      </a:pPr>
                      <a:r>
                        <a:rPr lang="en-US" sz="23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3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3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300"/>
                        </a:spcAft>
                        <a:buClrTx/>
                        <a:buSzTx/>
                        <a:buFontTx/>
                        <a:buAutoNum type="arabicPeriod" startAt="3"/>
                        <a:tabLst>
                          <a:tab pos="266700" algn="l"/>
                        </a:tabLst>
                        <a:defRPr/>
                      </a:pPr>
                      <a:r>
                        <a:rPr lang="pt-BR" sz="2300" b="1" kern="1200" dirty="0" smtClean="0">
                          <a:solidFill>
                            <a:srgbClr val="990099"/>
                          </a:solidFill>
                          <a:effectLst/>
                          <a:latin typeface="Arial" panose="020B0604020202020204" pitchFamily="34" charset="0"/>
                          <a:ea typeface="+mn-ea"/>
                          <a:cs typeface="Arial" panose="020B0604020202020204" pitchFamily="34" charset="0"/>
                        </a:rPr>
                        <a:t>  !</a:t>
                      </a:r>
                      <a:r>
                        <a:rPr lang="en-GB" sz="2300" b="1" kern="1200" dirty="0" smtClean="0">
                          <a:solidFill>
                            <a:srgbClr val="990099"/>
                          </a:solidFill>
                          <a:effectLst/>
                          <a:latin typeface="Arial" panose="020B0604020202020204" pitchFamily="34" charset="0"/>
                          <a:ea typeface="+mn-ea"/>
                          <a:cs typeface="Arial" panose="020B0604020202020204" pitchFamily="34" charset="0"/>
                        </a:rPr>
                        <a:t>   </a:t>
                      </a:r>
                      <a:r>
                        <a:rPr lang="en-GB" sz="2300" b="0" kern="1200" baseline="0" dirty="0" smtClean="0">
                          <a:solidFill>
                            <a:srgbClr val="990099"/>
                          </a:solidFill>
                          <a:effectLst/>
                          <a:latin typeface="Arial" panose="020B0604020202020204" pitchFamily="34" charset="0"/>
                          <a:ea typeface="+mn-ea"/>
                          <a:cs typeface="Arial" panose="020B0604020202020204" pitchFamily="34" charset="0"/>
                        </a:rPr>
                        <a:t>Examiner to ask </a:t>
                      </a:r>
                      <a:r>
                        <a:rPr lang="en-GB" sz="2300" b="0" kern="1200" dirty="0" smtClean="0">
                          <a:solidFill>
                            <a:srgbClr val="990099"/>
                          </a:solidFill>
                          <a:effectLst/>
                          <a:latin typeface="Arial" panose="020B0604020202020204" pitchFamily="34" charset="0"/>
                          <a:ea typeface="+mn-ea"/>
                          <a:cs typeface="Arial" panose="020B0604020202020204" pitchFamily="34" charset="0"/>
                        </a:rPr>
                        <a:t>unpredictable question</a:t>
                      </a:r>
                      <a:r>
                        <a:rPr lang="en-US" sz="2300" b="0" i="0" u="none" strike="noStrike" kern="1200" baseline="0" dirty="0" smtClean="0">
                          <a:solidFill>
                            <a:srgbClr val="990099"/>
                          </a:solidFill>
                          <a:latin typeface="Arial" panose="020B0604020202020204" pitchFamily="34" charset="0"/>
                          <a:ea typeface="+mn-ea"/>
                          <a:cs typeface="Arial" panose="020B0604020202020204" pitchFamily="34" charset="0"/>
                        </a:rPr>
                        <a:t>.</a:t>
                      </a:r>
                    </a:p>
                    <a:p>
                      <a:pPr marL="0" indent="0">
                        <a:lnSpc>
                          <a:spcPct val="100000"/>
                        </a:lnSpc>
                        <a:spcBef>
                          <a:spcPts val="200"/>
                        </a:spcBef>
                        <a:spcAft>
                          <a:spcPts val="200"/>
                        </a:spcAft>
                        <a:tabLst>
                          <a:tab pos="806450" algn="l"/>
                        </a:tabLst>
                      </a:pPr>
                      <a:r>
                        <a:rPr lang="en-GB" sz="2300" b="1" i="0" kern="1200" dirty="0" smtClean="0">
                          <a:solidFill>
                            <a:srgbClr val="990099"/>
                          </a:solidFill>
                          <a:effectLst/>
                          <a:latin typeface="Arial" panose="020B0604020202020204" pitchFamily="34" charset="0"/>
                          <a:ea typeface="+mn-ea"/>
                          <a:cs typeface="Arial" panose="020B0604020202020204" pitchFamily="34" charset="0"/>
                        </a:rPr>
                        <a:t>E - </a:t>
                      </a:r>
                      <a:r>
                        <a:rPr lang="gu-IN" sz="2300" b="1" i="0" kern="1200" dirty="0" smtClean="0">
                          <a:solidFill>
                            <a:srgbClr val="990099"/>
                          </a:solidFill>
                          <a:effectLst/>
                          <a:latin typeface="Arial" panose="020B0604020202020204" pitchFamily="34" charset="0"/>
                          <a:ea typeface="+mn-ea"/>
                          <a:cs typeface="+mn-cs"/>
                        </a:rPr>
                        <a:t>તમારી થેલી ખોવાઈ ગઈ</a:t>
                      </a:r>
                      <a:r>
                        <a:rPr lang="en-GB" sz="2300" b="1" i="0" kern="1200" dirty="0" smtClean="0">
                          <a:solidFill>
                            <a:srgbClr val="990099"/>
                          </a:solidFill>
                          <a:effectLst/>
                          <a:latin typeface="Arial" panose="020B0604020202020204" pitchFamily="34" charset="0"/>
                          <a:ea typeface="+mn-ea"/>
                          <a:cs typeface="Arial" panose="020B0604020202020204" pitchFamily="34" charset="0"/>
                        </a:rPr>
                        <a:t> </a:t>
                      </a:r>
                      <a:r>
                        <a:rPr lang="gu-IN" sz="2300" b="1" i="0" kern="1200" dirty="0" smtClean="0">
                          <a:solidFill>
                            <a:srgbClr val="990099"/>
                          </a:solidFill>
                          <a:effectLst/>
                          <a:latin typeface="Arial" panose="020B0604020202020204" pitchFamily="34" charset="0"/>
                          <a:ea typeface="+mn-ea"/>
                          <a:cs typeface="+mn-cs"/>
                        </a:rPr>
                        <a:t>ત્યારે તમે શું કરતા હતા?</a:t>
                      </a:r>
                      <a:r>
                        <a:rPr lang="pt-BR" sz="2300" b="1" i="0" kern="1200" dirty="0" smtClean="0">
                          <a:solidFill>
                            <a:srgbClr val="990099"/>
                          </a:solidFill>
                          <a:effectLst/>
                          <a:latin typeface="Arial" panose="020B0604020202020204" pitchFamily="34" charset="0"/>
                          <a:ea typeface="+mn-ea"/>
                          <a:cs typeface="Arial" panose="020B0604020202020204" pitchFamily="34" charset="0"/>
                        </a:rPr>
                        <a:t> </a:t>
                      </a:r>
                      <a:endParaRPr lang="en-GB" sz="2300" b="1" i="0" kern="1200" dirty="0" smtClean="0">
                        <a:solidFill>
                          <a:srgbClr val="990099"/>
                        </a:solidFill>
                        <a:effectLst/>
                        <a:latin typeface="Arial" panose="020B0604020202020204" pitchFamily="34" charset="0"/>
                        <a:ea typeface="+mn-ea"/>
                        <a:cs typeface="Arial" panose="020B0604020202020204" pitchFamily="34" charset="0"/>
                      </a:endParaRPr>
                    </a:p>
                    <a:p>
                      <a:pPr marL="0" indent="0">
                        <a:lnSpc>
                          <a:spcPct val="100000"/>
                        </a:lnSpc>
                        <a:spcBef>
                          <a:spcPts val="500"/>
                        </a:spcBef>
                        <a:spcAft>
                          <a:spcPts val="500"/>
                        </a:spcAft>
                        <a:tabLst/>
                      </a:pPr>
                      <a:r>
                        <a:rPr lang="en-US" sz="2300" b="0" kern="1200" dirty="0" smtClean="0">
                          <a:solidFill>
                            <a:srgbClr val="990099"/>
                          </a:solidFill>
                          <a:effectLst/>
                          <a:latin typeface="Arial" panose="020B0604020202020204" pitchFamily="34" charset="0"/>
                          <a:ea typeface="+mn-ea"/>
                          <a:cs typeface="Arial" panose="020B0604020202020204" pitchFamily="34" charset="0"/>
                        </a:rPr>
                        <a:t>Allow the </a:t>
                      </a:r>
                      <a:r>
                        <a:rPr lang="en-US" sz="2300" b="1" kern="1200" dirty="0" smtClean="0">
                          <a:solidFill>
                            <a:srgbClr val="990099"/>
                          </a:solidFill>
                          <a:effectLst/>
                          <a:latin typeface="Arial" panose="020B0604020202020204" pitchFamily="34" charset="0"/>
                          <a:ea typeface="+mn-ea"/>
                          <a:cs typeface="Arial" panose="020B0604020202020204" pitchFamily="34" charset="0"/>
                        </a:rPr>
                        <a:t>candidate </a:t>
                      </a:r>
                      <a:r>
                        <a:rPr lang="en-US" sz="2300" b="0" kern="1200" dirty="0" smtClean="0">
                          <a:solidFill>
                            <a:srgbClr val="990099"/>
                          </a:solidFill>
                          <a:effectLst/>
                          <a:latin typeface="Arial" panose="020B0604020202020204" pitchFamily="34" charset="0"/>
                          <a:ea typeface="+mn-ea"/>
                          <a:cs typeface="Arial" panose="020B0604020202020204" pitchFamily="34" charset="0"/>
                        </a:rPr>
                        <a:t>to say what they were </a:t>
                      </a:r>
                      <a:br>
                        <a:rPr lang="en-US" sz="2300" b="0" kern="1200" dirty="0" smtClean="0">
                          <a:solidFill>
                            <a:srgbClr val="990099"/>
                          </a:solidFill>
                          <a:effectLst/>
                          <a:latin typeface="Arial" panose="020B0604020202020204" pitchFamily="34" charset="0"/>
                          <a:ea typeface="+mn-ea"/>
                          <a:cs typeface="Arial" panose="020B0604020202020204" pitchFamily="34" charset="0"/>
                        </a:rPr>
                      </a:br>
                      <a:r>
                        <a:rPr lang="en-US" sz="2300" b="0" kern="1200" dirty="0" smtClean="0">
                          <a:solidFill>
                            <a:srgbClr val="990099"/>
                          </a:solidFill>
                          <a:effectLst/>
                          <a:latin typeface="Arial" panose="020B0604020202020204" pitchFamily="34" charset="0"/>
                          <a:ea typeface="+mn-ea"/>
                          <a:cs typeface="Arial" panose="020B0604020202020204" pitchFamily="34" charset="0"/>
                        </a:rPr>
                        <a:t>doing when they lost the </a:t>
                      </a:r>
                      <a:r>
                        <a:rPr lang="en-GB" sz="2300" b="0" kern="1200" dirty="0" smtClean="0">
                          <a:solidFill>
                            <a:srgbClr val="990099"/>
                          </a:solidFill>
                          <a:effectLst/>
                          <a:latin typeface="Arial" panose="020B0604020202020204" pitchFamily="34" charset="0"/>
                          <a:ea typeface="+mn-ea"/>
                          <a:cs typeface="Arial" panose="020B0604020202020204" pitchFamily="34" charset="0"/>
                        </a:rPr>
                        <a:t>bag</a:t>
                      </a:r>
                      <a:r>
                        <a:rPr lang="en-US" sz="2300" b="0" kern="1200" dirty="0" smtClean="0">
                          <a:solidFill>
                            <a:srgbClr val="990099"/>
                          </a:solidFill>
                          <a:effectLst/>
                          <a:latin typeface="Arial" panose="020B0604020202020204" pitchFamily="34" charset="0"/>
                          <a:ea typeface="+mn-ea"/>
                          <a:cs typeface="Arial" panose="020B0604020202020204" pitchFamily="34" charset="0"/>
                        </a:rPr>
                        <a:t>. </a:t>
                      </a:r>
                    </a:p>
                    <a:p>
                      <a:pPr marL="0" indent="0">
                        <a:lnSpc>
                          <a:spcPct val="100000"/>
                        </a:lnSpc>
                        <a:spcBef>
                          <a:spcPts val="200"/>
                        </a:spcBef>
                        <a:spcAft>
                          <a:spcPts val="200"/>
                        </a:spcAft>
                        <a:buFont typeface="Arial" panose="020B0604020202020204" pitchFamily="34" charset="0"/>
                        <a:buNone/>
                        <a:tabLst>
                          <a:tab pos="266700" algn="l"/>
                        </a:tabLst>
                      </a:pPr>
                      <a:r>
                        <a:rPr lang="en-GB" sz="2300" b="0" kern="1200" dirty="0" smtClean="0">
                          <a:solidFill>
                            <a:srgbClr val="990099"/>
                          </a:solidFill>
                          <a:effectLst/>
                          <a:latin typeface="Arial" panose="020B0604020202020204" pitchFamily="34" charset="0"/>
                          <a:ea typeface="+mn-ea"/>
                          <a:cs typeface="Arial" panose="020B0604020202020204" pitchFamily="34" charset="0"/>
                        </a:rPr>
                        <a:t>C -</a:t>
                      </a:r>
                      <a:r>
                        <a:rPr lang="en-GB" sz="2300" b="0" kern="1200" baseline="0" dirty="0" smtClean="0">
                          <a:solidFill>
                            <a:srgbClr val="990099"/>
                          </a:solidFill>
                          <a:effectLst/>
                          <a:latin typeface="Arial" panose="020B0604020202020204" pitchFamily="34" charset="0"/>
                          <a:ea typeface="+mn-ea"/>
                          <a:cs typeface="Arial" panose="020B0604020202020204" pitchFamily="34" charset="0"/>
                        </a:rPr>
                        <a:t> </a:t>
                      </a:r>
                      <a:r>
                        <a:rPr lang="gu-IN" sz="2300" b="0" kern="1200" dirty="0" smtClean="0">
                          <a:solidFill>
                            <a:srgbClr val="990099"/>
                          </a:solidFill>
                          <a:effectLst/>
                          <a:latin typeface="Arial" panose="020B0604020202020204" pitchFamily="34" charset="0"/>
                          <a:ea typeface="+mn-ea"/>
                          <a:cs typeface="+mn-cs"/>
                        </a:rPr>
                        <a:t>સવારે હું આગગાડીમાં ચોપડી વાંચતી હતી</a:t>
                      </a:r>
                      <a:r>
                        <a:rPr lang="en-GB" sz="2300" b="0" kern="1200" dirty="0" smtClean="0">
                          <a:solidFill>
                            <a:srgbClr val="990099"/>
                          </a:solidFill>
                          <a:effectLst/>
                          <a:latin typeface="Arial" panose="020B0604020202020204" pitchFamily="34" charset="0"/>
                          <a:ea typeface="+mn-ea"/>
                          <a:cs typeface="Arial" panose="020B0604020202020204" pitchFamily="34" charset="0"/>
                        </a:rPr>
                        <a:t>/</a:t>
                      </a:r>
                      <a:r>
                        <a:rPr lang="gu-IN" sz="2300" b="0" kern="1200" dirty="0" smtClean="0">
                          <a:solidFill>
                            <a:srgbClr val="990099"/>
                          </a:solidFill>
                          <a:effectLst/>
                          <a:latin typeface="Arial" panose="020B0604020202020204" pitchFamily="34" charset="0"/>
                          <a:ea typeface="+mn-ea"/>
                          <a:cs typeface="+mn-cs"/>
                        </a:rPr>
                        <a:t>વાંચતો</a:t>
                      </a:r>
                      <a:r>
                        <a:rPr lang="gu-IN" sz="2300" b="0" kern="1200" baseline="0" dirty="0" smtClean="0">
                          <a:solidFill>
                            <a:srgbClr val="990099"/>
                          </a:solidFill>
                          <a:effectLst/>
                          <a:latin typeface="Arial" panose="020B0604020202020204" pitchFamily="34" charset="0"/>
                          <a:ea typeface="+mn-ea"/>
                          <a:cs typeface="+mn-cs"/>
                        </a:rPr>
                        <a:t> હતો </a:t>
                      </a:r>
                      <a:r>
                        <a:rPr lang="gu-IN" sz="2300" b="0" kern="1200" dirty="0" smtClean="0">
                          <a:solidFill>
                            <a:srgbClr val="990099"/>
                          </a:solidFill>
                          <a:effectLst/>
                          <a:latin typeface="Arial" panose="020B0604020202020204" pitchFamily="34" charset="0"/>
                          <a:ea typeface="+mn-ea"/>
                          <a:cs typeface="+mn-cs"/>
                        </a:rPr>
                        <a:t>અને સ્ટેશન આવ્યું</a:t>
                      </a:r>
                      <a:r>
                        <a:rPr lang="gu-IN" sz="2300" b="0" kern="1200" baseline="0" dirty="0" smtClean="0">
                          <a:solidFill>
                            <a:srgbClr val="990099"/>
                          </a:solidFill>
                          <a:effectLst/>
                          <a:latin typeface="Arial" panose="020B0604020202020204" pitchFamily="34" charset="0"/>
                          <a:ea typeface="+mn-ea"/>
                          <a:cs typeface="+mn-cs"/>
                        </a:rPr>
                        <a:t> </a:t>
                      </a:r>
                      <a:r>
                        <a:rPr lang="gu-IN" sz="2300" b="0" kern="1200" dirty="0" smtClean="0">
                          <a:solidFill>
                            <a:srgbClr val="990099"/>
                          </a:solidFill>
                          <a:effectLst/>
                          <a:latin typeface="Arial" panose="020B0604020202020204" pitchFamily="34" charset="0"/>
                          <a:ea typeface="+mn-ea"/>
                          <a:cs typeface="+mn-cs"/>
                        </a:rPr>
                        <a:t>ત્યારે ઉતાવળમાં ઊતરી ગઈ/ઊતરીગયો.</a:t>
                      </a:r>
                      <a:endParaRPr lang="en-GB" sz="2300" b="0" kern="1200" dirty="0" smtClean="0">
                        <a:solidFill>
                          <a:srgbClr val="990099"/>
                        </a:solidFill>
                        <a:effectLst/>
                        <a:latin typeface="Arial" panose="020B0604020202020204" pitchFamily="34" charset="0"/>
                        <a:ea typeface="+mn-ea"/>
                        <a:cs typeface="Arial" panose="020B0604020202020204" pitchFamily="34" charset="0"/>
                      </a:endParaRPr>
                    </a:p>
                    <a:p>
                      <a:pPr marL="0" marR="791845" lvl="0" indent="0" algn="l" defTabSz="914400" rtl="0" eaLnBrk="1" fontAlgn="auto" latinLnBrk="0" hangingPunct="1">
                        <a:lnSpc>
                          <a:spcPct val="110000"/>
                        </a:lnSpc>
                        <a:spcBef>
                          <a:spcPts val="600"/>
                        </a:spcBef>
                        <a:spcAft>
                          <a:spcPts val="200"/>
                        </a:spcAft>
                        <a:buClrTx/>
                        <a:buSzTx/>
                        <a:buFontTx/>
                        <a:buNone/>
                        <a:tabLst>
                          <a:tab pos="234315" algn="l"/>
                        </a:tabLst>
                        <a:defRPr/>
                      </a:pPr>
                      <a:r>
                        <a:rPr lang="en-GB" sz="2300" b="1" i="0" kern="1200" dirty="0" smtClean="0">
                          <a:solidFill>
                            <a:srgbClr val="990099"/>
                          </a:solidFill>
                          <a:effectLst/>
                          <a:latin typeface="Arial" panose="020B0604020202020204" pitchFamily="34" charset="0"/>
                          <a:ea typeface="+mn-ea"/>
                          <a:cs typeface="Arial" panose="020B0604020202020204" pitchFamily="34" charset="0"/>
                        </a:rPr>
                        <a:t>E. </a:t>
                      </a:r>
                      <a:r>
                        <a:rPr lang="gu-IN" sz="2300" b="1" i="0" kern="1200" dirty="0" smtClean="0">
                          <a:solidFill>
                            <a:srgbClr val="990099"/>
                          </a:solidFill>
                          <a:effectLst/>
                          <a:latin typeface="Arial" panose="020B0604020202020204" pitchFamily="34" charset="0"/>
                          <a:ea typeface="+mn-ea"/>
                          <a:cs typeface="+mn-cs"/>
                        </a:rPr>
                        <a:t>ભલે</a:t>
                      </a:r>
                      <a:r>
                        <a:rPr lang="en-GB" sz="2300" b="1" i="0" kern="1200" dirty="0" smtClean="0">
                          <a:solidFill>
                            <a:srgbClr val="990099"/>
                          </a:solidFill>
                          <a:effectLst/>
                          <a:latin typeface="Arial" panose="020B0604020202020204" pitchFamily="34" charset="0"/>
                          <a:ea typeface="+mn-ea"/>
                          <a:cs typeface="Arial" panose="020B0604020202020204" pitchFamily="34" charset="0"/>
                        </a:rPr>
                        <a:t>.</a:t>
                      </a:r>
                      <a:r>
                        <a:rPr lang="en-GB" sz="2300" b="1" i="0" dirty="0" smtClean="0">
                          <a:solidFill>
                            <a:srgbClr val="990099"/>
                          </a:solidFill>
                          <a:effectLst/>
                          <a:latin typeface="Arial" panose="020B0604020202020204" pitchFamily="34" charset="0"/>
                          <a:cs typeface="Arial" panose="020B0604020202020204" pitchFamily="34" charset="0"/>
                        </a:rPr>
                        <a:t> </a:t>
                      </a:r>
                      <a:r>
                        <a:rPr lang="gu-IN" sz="2300" b="1" i="0" dirty="0" smtClean="0">
                          <a:solidFill>
                            <a:srgbClr val="990099"/>
                          </a:solidFill>
                          <a:effectLst/>
                          <a:latin typeface="Arial" panose="020B0604020202020204" pitchFamily="34" charset="0"/>
                          <a:cs typeface="Arial" panose="020B0604020202020204" pitchFamily="34" charset="0"/>
                        </a:rPr>
                        <a:t>મેં</a:t>
                      </a:r>
                      <a:r>
                        <a:rPr lang="gu-IN" sz="2300" b="1" i="0" baseline="0" dirty="0" smtClean="0">
                          <a:solidFill>
                            <a:srgbClr val="990099"/>
                          </a:solidFill>
                          <a:effectLst/>
                          <a:latin typeface="Arial" panose="020B0604020202020204" pitchFamily="34" charset="0"/>
                          <a:cs typeface="Arial" panose="020B0604020202020204" pitchFamily="34" charset="0"/>
                        </a:rPr>
                        <a:t> તેની નોંધ લીધી છે.</a:t>
                      </a:r>
                      <a:endParaRPr lang="en-GB" sz="2300" b="1" i="0" dirty="0">
                        <a:solidFill>
                          <a:srgbClr val="990099"/>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948069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13</a:t>
            </a:fld>
            <a:endParaRPr lang="en-GB" dirty="0" smtClean="0"/>
          </a:p>
        </p:txBody>
      </p:sp>
      <p:sp>
        <p:nvSpPr>
          <p:cNvPr id="11" name="Rectangle 2"/>
          <p:cNvSpPr>
            <a:spLocks noGrp="1" noChangeArrowheads="1"/>
          </p:cNvSpPr>
          <p:nvPr>
            <p:ph type="title"/>
          </p:nvPr>
        </p:nvSpPr>
        <p:spPr>
          <a:xfrm>
            <a:off x="377791" y="685799"/>
            <a:ext cx="9309232" cy="555899"/>
          </a:xfrm>
        </p:spPr>
        <p:txBody>
          <a:bodyPr/>
          <a:lstStyle/>
          <a:p>
            <a:r>
              <a:rPr lang="en-GB" sz="2300" dirty="0">
                <a:solidFill>
                  <a:srgbClr val="0000CC"/>
                </a:solidFill>
              </a:rPr>
              <a:t>Task 1 -</a:t>
            </a:r>
            <a:r>
              <a:rPr lang="gu-IN" sz="2300" dirty="0">
                <a:solidFill>
                  <a:srgbClr val="0000CC"/>
                </a:solidFill>
              </a:rPr>
              <a:t> </a:t>
            </a:r>
            <a:r>
              <a:rPr lang="en-GB" sz="2300" dirty="0">
                <a:solidFill>
                  <a:srgbClr val="0000CC"/>
                </a:solidFill>
              </a:rPr>
              <a:t>SAMs 2018 - Role-play </a:t>
            </a:r>
            <a:r>
              <a:rPr lang="gu-IN" sz="2300" dirty="0">
                <a:solidFill>
                  <a:srgbClr val="0000CC"/>
                </a:solidFill>
              </a:rPr>
              <a:t>(</a:t>
            </a:r>
            <a:r>
              <a:rPr lang="en-GB" sz="2300" dirty="0">
                <a:solidFill>
                  <a:srgbClr val="0000CC"/>
                </a:solidFill>
              </a:rPr>
              <a:t>H</a:t>
            </a:r>
            <a:r>
              <a:rPr lang="gu-IN" sz="2300" dirty="0">
                <a:solidFill>
                  <a:srgbClr val="0000CC"/>
                </a:solidFill>
              </a:rPr>
              <a:t>)</a:t>
            </a:r>
            <a:r>
              <a:rPr lang="en-GB" sz="2300" dirty="0">
                <a:solidFill>
                  <a:srgbClr val="0000CC"/>
                </a:solidFill>
              </a:rPr>
              <a:t> - Travel  &amp; tourist transactions</a:t>
            </a:r>
          </a:p>
        </p:txBody>
      </p:sp>
      <p:graphicFrame>
        <p:nvGraphicFramePr>
          <p:cNvPr id="6" name="Table 5"/>
          <p:cNvGraphicFramePr>
            <a:graphicFrameLocks noGrp="1"/>
          </p:cNvGraphicFramePr>
          <p:nvPr>
            <p:extLst>
              <p:ext uri="{D42A27DB-BD31-4B8C-83A1-F6EECF244321}">
                <p14:modId xmlns:p14="http://schemas.microsoft.com/office/powerpoint/2010/main" val="4036678141"/>
              </p:ext>
            </p:extLst>
          </p:nvPr>
        </p:nvGraphicFramePr>
        <p:xfrm>
          <a:off x="446093" y="1524000"/>
          <a:ext cx="8971534" cy="4659376"/>
        </p:xfrm>
        <a:graphic>
          <a:graphicData uri="http://schemas.openxmlformats.org/drawingml/2006/table">
            <a:tbl>
              <a:tblPr firstRow="1" bandRow="1">
                <a:tableStyleId>{5C22544A-7EE6-4342-B048-85BDC9FD1C3A}</a:tableStyleId>
              </a:tblPr>
              <a:tblGrid>
                <a:gridCol w="3287748">
                  <a:extLst>
                    <a:ext uri="{9D8B030D-6E8A-4147-A177-3AD203B41FA5}">
                      <a16:colId xmlns:a16="http://schemas.microsoft.com/office/drawing/2014/main" val="752466552"/>
                    </a:ext>
                  </a:extLst>
                </a:gridCol>
                <a:gridCol w="307722">
                  <a:extLst>
                    <a:ext uri="{9D8B030D-6E8A-4147-A177-3AD203B41FA5}">
                      <a16:colId xmlns:a16="http://schemas.microsoft.com/office/drawing/2014/main" val="1443842767"/>
                    </a:ext>
                  </a:extLst>
                </a:gridCol>
                <a:gridCol w="5376064">
                  <a:extLst>
                    <a:ext uri="{9D8B030D-6E8A-4147-A177-3AD203B41FA5}">
                      <a16:colId xmlns:a16="http://schemas.microsoft.com/office/drawing/2014/main" val="2247429558"/>
                    </a:ext>
                  </a:extLst>
                </a:gridCol>
              </a:tblGrid>
              <a:tr h="4190838">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0" lvl="0" indent="0" algn="l" defTabSz="914400" rtl="0" eaLnBrk="1" fontAlgn="auto" latinLnBrk="0" hangingPunct="1">
                        <a:lnSpc>
                          <a:spcPct val="100000"/>
                        </a:lnSpc>
                        <a:spcBef>
                          <a:spcPts val="400"/>
                        </a:spcBef>
                        <a:spcAft>
                          <a:spcPts val="400"/>
                        </a:spcAft>
                        <a:buClrTx/>
                        <a:buSzTx/>
                        <a:buFontTx/>
                        <a:buNone/>
                        <a:tabLst/>
                        <a:defRPr/>
                      </a:pPr>
                      <a:r>
                        <a:rPr lang="en-GB" sz="24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p>
                    <a:p>
                      <a:pPr marL="514350" indent="-514350">
                        <a:lnSpc>
                          <a:spcPct val="110000"/>
                        </a:lnSpc>
                        <a:spcBef>
                          <a:spcPts val="400"/>
                        </a:spcBef>
                        <a:spcAft>
                          <a:spcPts val="400"/>
                        </a:spcAft>
                        <a:buAutoNum type="arabicPeriod" startAt="4"/>
                        <a:tabLst>
                          <a:tab pos="357188" algn="l"/>
                        </a:tabLst>
                      </a:pPr>
                      <a:r>
                        <a:rPr lang="pt-BR" sz="2400" b="0" kern="1200" dirty="0" smtClean="0">
                          <a:solidFill>
                            <a:srgbClr val="990099"/>
                          </a:solidFill>
                          <a:effectLst/>
                          <a:latin typeface="Arial" panose="020B0604020202020204" pitchFamily="34" charset="0"/>
                          <a:ea typeface="+mn-ea"/>
                          <a:cs typeface="Arial" panose="020B0604020202020204" pitchFamily="34" charset="0"/>
                        </a:rPr>
                        <a:t>? </a:t>
                      </a:r>
                    </a:p>
                    <a:p>
                      <a:pPr marL="0" indent="0">
                        <a:lnSpc>
                          <a:spcPct val="110000"/>
                        </a:lnSpc>
                        <a:spcBef>
                          <a:spcPts val="400"/>
                        </a:spcBef>
                        <a:spcAft>
                          <a:spcPts val="400"/>
                        </a:spcAft>
                        <a:buNone/>
                        <a:tabLst>
                          <a:tab pos="357188" algn="l"/>
                        </a:tabLst>
                      </a:pPr>
                      <a:r>
                        <a:rPr lang="gu-IN" sz="2400" b="0" kern="1200" dirty="0" smtClean="0">
                          <a:solidFill>
                            <a:srgbClr val="990099"/>
                          </a:solidFill>
                          <a:effectLst/>
                          <a:latin typeface="Arial" panose="020B0604020202020204" pitchFamily="34" charset="0"/>
                          <a:ea typeface="+mn-ea"/>
                          <a:cs typeface="+mn-cs"/>
                        </a:rPr>
                        <a:t>કચેરી – સંર્પકની વિગતો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400"/>
                        </a:spcBef>
                        <a:spcAft>
                          <a:spcPts val="400"/>
                        </a:spcAft>
                      </a:pPr>
                      <a:endParaRPr lang="en-GB" sz="2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400"/>
                        </a:spcBef>
                        <a:spcAft>
                          <a:spcPts val="400"/>
                        </a:spcAft>
                        <a:tabLst>
                          <a:tab pos="357188" algn="l"/>
                        </a:tabLst>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0" lvl="0" indent="0" algn="l" defTabSz="914400" rtl="0" eaLnBrk="1" fontAlgn="auto" latinLnBrk="0" hangingPunct="1">
                        <a:lnSpc>
                          <a:spcPct val="100000"/>
                        </a:lnSpc>
                        <a:spcBef>
                          <a:spcPts val="400"/>
                        </a:spcBef>
                        <a:spcAft>
                          <a:spcPts val="400"/>
                        </a:spcAft>
                        <a:buClrTx/>
                        <a:buSzTx/>
                        <a:buFontTx/>
                        <a:buNone/>
                        <a:tabLst>
                          <a:tab pos="357188" algn="l"/>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4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marL="0" indent="0">
                        <a:lnSpc>
                          <a:spcPct val="95000"/>
                        </a:lnSpc>
                        <a:spcBef>
                          <a:spcPts val="400"/>
                        </a:spcBef>
                        <a:spcAft>
                          <a:spcPts val="400"/>
                        </a:spcAft>
                        <a:buAutoNum type="arabicPeriod" startAt="4"/>
                        <a:tabLst/>
                      </a:pPr>
                      <a:r>
                        <a:rPr lang="en-GB" sz="2400" b="0" kern="1200" dirty="0" smtClean="0">
                          <a:solidFill>
                            <a:srgbClr val="990099"/>
                          </a:solidFill>
                          <a:effectLst/>
                          <a:latin typeface="Arial" panose="020B0604020202020204" pitchFamily="34" charset="0"/>
                          <a:ea typeface="+mn-ea"/>
                          <a:cs typeface="Arial" panose="020B0604020202020204" pitchFamily="34" charset="0"/>
                        </a:rPr>
                        <a:t>?  </a:t>
                      </a:r>
                      <a:r>
                        <a:rPr lang="en-US" sz="2400" b="0" kern="1200" dirty="0" smtClean="0">
                          <a:solidFill>
                            <a:srgbClr val="990099"/>
                          </a:solidFill>
                          <a:effectLst/>
                          <a:latin typeface="Arial" panose="020B0604020202020204" pitchFamily="34" charset="0"/>
                          <a:ea typeface="+mn-ea"/>
                          <a:cs typeface="Arial" panose="020B0604020202020204" pitchFamily="34" charset="0"/>
                        </a:rPr>
                        <a:t>Allow the </a:t>
                      </a:r>
                      <a:r>
                        <a:rPr lang="en-US" sz="2400" b="1" kern="1200" dirty="0" smtClean="0">
                          <a:solidFill>
                            <a:srgbClr val="990099"/>
                          </a:solidFill>
                          <a:effectLst/>
                          <a:latin typeface="Arial" panose="020B0604020202020204" pitchFamily="34" charset="0"/>
                          <a:ea typeface="+mn-ea"/>
                          <a:cs typeface="Arial" panose="020B0604020202020204" pitchFamily="34" charset="0"/>
                        </a:rPr>
                        <a:t>candidate</a:t>
                      </a:r>
                      <a:r>
                        <a:rPr lang="en-US" sz="2400" b="0" kern="1200" dirty="0" smtClean="0">
                          <a:solidFill>
                            <a:srgbClr val="990099"/>
                          </a:solidFill>
                          <a:effectLst/>
                          <a:latin typeface="Arial" panose="020B0604020202020204" pitchFamily="34" charset="0"/>
                          <a:ea typeface="+mn-ea"/>
                          <a:cs typeface="Arial" panose="020B0604020202020204" pitchFamily="34" charset="0"/>
                        </a:rPr>
                        <a:t> to ask </a:t>
                      </a:r>
                      <a:br>
                        <a:rPr lang="en-US" sz="2400" b="0" kern="1200" dirty="0" smtClean="0">
                          <a:solidFill>
                            <a:srgbClr val="990099"/>
                          </a:solidFill>
                          <a:effectLst/>
                          <a:latin typeface="Arial" panose="020B0604020202020204" pitchFamily="34" charset="0"/>
                          <a:ea typeface="+mn-ea"/>
                          <a:cs typeface="Arial" panose="020B0604020202020204" pitchFamily="34" charset="0"/>
                        </a:rPr>
                      </a:br>
                      <a:r>
                        <a:rPr lang="en-US" sz="2400" b="0" kern="1200" dirty="0" smtClean="0">
                          <a:solidFill>
                            <a:srgbClr val="990099"/>
                          </a:solidFill>
                          <a:effectLst/>
                          <a:latin typeface="Arial" panose="020B0604020202020204" pitchFamily="34" charset="0"/>
                          <a:ea typeface="+mn-ea"/>
                          <a:cs typeface="Arial" panose="020B0604020202020204" pitchFamily="34" charset="0"/>
                        </a:rPr>
                        <a:t>contact details of the lost property office.</a:t>
                      </a:r>
                    </a:p>
                    <a:p>
                      <a:pPr marL="0" indent="0">
                        <a:lnSpc>
                          <a:spcPct val="110000"/>
                        </a:lnSpc>
                        <a:spcBef>
                          <a:spcPts val="400"/>
                        </a:spcBef>
                        <a:spcAft>
                          <a:spcPts val="400"/>
                        </a:spcAft>
                        <a:buNone/>
                        <a:tabLst>
                          <a:tab pos="357188" algn="l"/>
                        </a:tabLst>
                      </a:pPr>
                      <a:r>
                        <a:rPr lang="en-GB" sz="2400" b="0" i="0" u="none" strike="noStrike" kern="1200" baseline="0" dirty="0" smtClean="0">
                          <a:solidFill>
                            <a:srgbClr val="990099"/>
                          </a:solidFill>
                          <a:latin typeface="Arial" panose="020B0604020202020204" pitchFamily="34" charset="0"/>
                          <a:ea typeface="+mn-ea"/>
                          <a:cs typeface="Arial" panose="020B0604020202020204" pitchFamily="34" charset="0"/>
                        </a:rPr>
                        <a:t>C - </a:t>
                      </a:r>
                      <a:r>
                        <a:rPr lang="gu-IN" sz="2400" b="0" i="0" u="none" strike="noStrike" kern="1200" baseline="0" dirty="0" smtClean="0">
                          <a:solidFill>
                            <a:srgbClr val="990099"/>
                          </a:solidFill>
                          <a:latin typeface="Arial" panose="020B0604020202020204" pitchFamily="34" charset="0"/>
                          <a:ea typeface="+mn-ea"/>
                          <a:cs typeface="+mn-cs"/>
                        </a:rPr>
                        <a:t>મહેરબાની કરી</a:t>
                      </a:r>
                      <a:r>
                        <a:rPr lang="en-GB" sz="2400" b="0" i="0" u="none" strike="noStrike" kern="1200" baseline="0" dirty="0" smtClean="0">
                          <a:solidFill>
                            <a:srgbClr val="990099"/>
                          </a:solidFill>
                          <a:latin typeface="Arial" panose="020B0604020202020204" pitchFamily="34" charset="0"/>
                          <a:ea typeface="+mn-ea"/>
                          <a:cs typeface="Arial" panose="020B0604020202020204" pitchFamily="34" charset="0"/>
                        </a:rPr>
                        <a:t> </a:t>
                      </a:r>
                      <a:r>
                        <a:rPr lang="gu-IN" sz="2400" b="0" i="0" u="none" strike="noStrike" kern="1200" baseline="0" dirty="0" smtClean="0">
                          <a:solidFill>
                            <a:srgbClr val="990099"/>
                          </a:solidFill>
                          <a:latin typeface="Arial" panose="020B0604020202020204" pitchFamily="34" charset="0"/>
                          <a:ea typeface="+mn-ea"/>
                          <a:cs typeface="+mn-cs"/>
                        </a:rPr>
                        <a:t>તમે મને અહીંનો </a:t>
                      </a:r>
                      <a:r>
                        <a:rPr lang="en-GB" sz="2400" b="0" i="0" u="none" strike="noStrike" kern="1200" baseline="0" dirty="0" smtClean="0">
                          <a:solidFill>
                            <a:srgbClr val="990099"/>
                          </a:solidFill>
                          <a:latin typeface="Arial" panose="020B0604020202020204" pitchFamily="34" charset="0"/>
                          <a:ea typeface="+mn-ea"/>
                          <a:cs typeface="+mn-cs"/>
                        </a:rPr>
                        <a:t/>
                      </a:r>
                      <a:br>
                        <a:rPr lang="en-GB" sz="2400" b="0" i="0" u="none" strike="noStrike" kern="1200" baseline="0" dirty="0" smtClean="0">
                          <a:solidFill>
                            <a:srgbClr val="990099"/>
                          </a:solidFill>
                          <a:latin typeface="Arial" panose="020B0604020202020204" pitchFamily="34" charset="0"/>
                          <a:ea typeface="+mn-ea"/>
                          <a:cs typeface="+mn-cs"/>
                        </a:rPr>
                      </a:br>
                      <a:r>
                        <a:rPr lang="gu-IN" sz="2400" b="0" i="0" u="none" strike="noStrike" kern="1200" baseline="0" dirty="0" smtClean="0">
                          <a:solidFill>
                            <a:srgbClr val="990099"/>
                          </a:solidFill>
                          <a:latin typeface="Arial" panose="020B0604020202020204" pitchFamily="34" charset="0"/>
                          <a:ea typeface="+mn-ea"/>
                          <a:cs typeface="+mn-cs"/>
                        </a:rPr>
                        <a:t>ટેલિફોન નંબર આપશો</a:t>
                      </a:r>
                      <a:r>
                        <a:rPr lang="en-GB" sz="2400" b="0" i="0" u="none" strike="noStrike" kern="1200" baseline="0" dirty="0" smtClean="0">
                          <a:solidFill>
                            <a:srgbClr val="990099"/>
                          </a:solidFill>
                          <a:latin typeface="Arial" panose="020B0604020202020204" pitchFamily="34" charset="0"/>
                          <a:ea typeface="+mn-ea"/>
                          <a:cs typeface="Arial" panose="020B0604020202020204" pitchFamily="34" charset="0"/>
                        </a:rPr>
                        <a:t> </a:t>
                      </a:r>
                      <a:r>
                        <a:rPr lang="gu-IN" sz="2400" b="0" i="0" u="none" strike="noStrike" kern="1200" baseline="0" dirty="0" smtClean="0">
                          <a:solidFill>
                            <a:srgbClr val="990099"/>
                          </a:solidFill>
                          <a:latin typeface="Arial" panose="020B0604020202020204" pitchFamily="34" charset="0"/>
                          <a:ea typeface="+mn-ea"/>
                          <a:cs typeface="+mn-cs"/>
                        </a:rPr>
                        <a:t>જેથી હું તમારો </a:t>
                      </a:r>
                      <a:r>
                        <a:rPr lang="gu-IN" sz="2400" b="0" kern="1200" dirty="0" smtClean="0">
                          <a:solidFill>
                            <a:srgbClr val="990099"/>
                          </a:solidFill>
                          <a:effectLst/>
                          <a:latin typeface="Arial" panose="020B0604020202020204" pitchFamily="34" charset="0"/>
                          <a:ea typeface="+mn-ea"/>
                          <a:cs typeface="+mn-cs"/>
                        </a:rPr>
                        <a:t>સંર્પક</a:t>
                      </a:r>
                      <a:r>
                        <a:rPr lang="en-GB" sz="2400" b="0" kern="1200" dirty="0" smtClean="0">
                          <a:solidFill>
                            <a:srgbClr val="990099"/>
                          </a:solidFill>
                          <a:effectLst/>
                          <a:latin typeface="Arial" panose="020B0604020202020204" pitchFamily="34" charset="0"/>
                          <a:ea typeface="+mn-ea"/>
                          <a:cs typeface="Arial" panose="020B0604020202020204" pitchFamily="34" charset="0"/>
                        </a:rPr>
                        <a:t> </a:t>
                      </a:r>
                      <a:r>
                        <a:rPr lang="gu-IN" sz="2400" b="0" kern="1200" dirty="0" smtClean="0">
                          <a:solidFill>
                            <a:srgbClr val="990099"/>
                          </a:solidFill>
                          <a:effectLst/>
                          <a:latin typeface="Arial" panose="020B0604020202020204" pitchFamily="34" charset="0"/>
                          <a:ea typeface="+mn-ea"/>
                          <a:cs typeface="Arial" panose="020B0604020202020204" pitchFamily="34" charset="0"/>
                        </a:rPr>
                        <a:t>કરી શકું</a:t>
                      </a:r>
                      <a:r>
                        <a:rPr lang="gu-IN" sz="2400" b="0" i="0" u="none" strike="noStrike" kern="1200" baseline="0" dirty="0" smtClean="0">
                          <a:solidFill>
                            <a:srgbClr val="990099"/>
                          </a:solidFill>
                          <a:latin typeface="Arial" panose="020B0604020202020204" pitchFamily="34" charset="0"/>
                          <a:ea typeface="+mn-ea"/>
                          <a:cs typeface="+mn-cs"/>
                        </a:rPr>
                        <a:t>? </a:t>
                      </a:r>
                    </a:p>
                    <a:p>
                      <a:pPr marL="0" indent="0">
                        <a:spcBef>
                          <a:spcPts val="400"/>
                        </a:spcBef>
                        <a:spcAft>
                          <a:spcPts val="400"/>
                        </a:spcAft>
                        <a:tabLst>
                          <a:tab pos="357188" algn="l"/>
                        </a:tabLst>
                      </a:pPr>
                      <a:r>
                        <a:rPr lang="en-GB" sz="2400" b="1" i="0" kern="1200" dirty="0" smtClean="0">
                          <a:solidFill>
                            <a:srgbClr val="990099"/>
                          </a:solidFill>
                          <a:effectLst/>
                          <a:latin typeface="Arial" panose="020B0604020202020204" pitchFamily="34" charset="0"/>
                          <a:ea typeface="+mn-ea"/>
                          <a:cs typeface="Arial" panose="020B0604020202020204" pitchFamily="34" charset="0"/>
                        </a:rPr>
                        <a:t>E - Give an appropriate brief response.</a:t>
                      </a:r>
                      <a:endParaRPr lang="gu-IN" sz="2400" b="1" i="0" kern="1200" dirty="0" smtClean="0">
                        <a:solidFill>
                          <a:srgbClr val="990099"/>
                        </a:solidFill>
                        <a:effectLst/>
                        <a:latin typeface="Arial" panose="020B0604020202020204" pitchFamily="34" charset="0"/>
                        <a:ea typeface="+mn-ea"/>
                        <a:cs typeface="Arial" panose="020B0604020202020204" pitchFamily="34" charset="0"/>
                      </a:endParaRPr>
                    </a:p>
                    <a:p>
                      <a:pPr>
                        <a:lnSpc>
                          <a:spcPct val="95000"/>
                        </a:lnSpc>
                        <a:spcBef>
                          <a:spcPts val="400"/>
                        </a:spcBef>
                        <a:spcAft>
                          <a:spcPts val="400"/>
                        </a:spcAft>
                        <a:tabLst>
                          <a:tab pos="357188" algn="l"/>
                        </a:tabLst>
                      </a:pPr>
                      <a:endParaRPr lang="en-GB" sz="2400" b="0" i="0" dirty="0">
                        <a:solidFill>
                          <a:schemeClr val="tx1"/>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34103413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14</a:t>
            </a:fld>
            <a:endParaRPr lang="en-GB" dirty="0" smtClean="0"/>
          </a:p>
        </p:txBody>
      </p:sp>
      <p:sp>
        <p:nvSpPr>
          <p:cNvPr id="11" name="Rectangle 2"/>
          <p:cNvSpPr>
            <a:spLocks noGrp="1" noChangeArrowheads="1"/>
          </p:cNvSpPr>
          <p:nvPr>
            <p:ph type="title"/>
          </p:nvPr>
        </p:nvSpPr>
        <p:spPr>
          <a:xfrm>
            <a:off x="377791" y="685799"/>
            <a:ext cx="9309232" cy="555899"/>
          </a:xfrm>
        </p:spPr>
        <p:txBody>
          <a:bodyPr/>
          <a:lstStyle/>
          <a:p>
            <a:r>
              <a:rPr lang="en-GB" sz="2300" dirty="0">
                <a:solidFill>
                  <a:srgbClr val="0000CC"/>
                </a:solidFill>
              </a:rPr>
              <a:t>Task 1 -</a:t>
            </a:r>
            <a:r>
              <a:rPr lang="gu-IN" sz="2300" dirty="0">
                <a:solidFill>
                  <a:srgbClr val="0000CC"/>
                </a:solidFill>
              </a:rPr>
              <a:t> </a:t>
            </a:r>
            <a:r>
              <a:rPr lang="en-GB" sz="2300" dirty="0">
                <a:solidFill>
                  <a:srgbClr val="0000CC"/>
                </a:solidFill>
              </a:rPr>
              <a:t>SAMs 2018 - Role-play </a:t>
            </a:r>
            <a:r>
              <a:rPr lang="gu-IN" sz="2300" dirty="0">
                <a:solidFill>
                  <a:srgbClr val="0000CC"/>
                </a:solidFill>
              </a:rPr>
              <a:t>(</a:t>
            </a:r>
            <a:r>
              <a:rPr lang="en-GB" sz="2300" dirty="0">
                <a:solidFill>
                  <a:srgbClr val="0000CC"/>
                </a:solidFill>
              </a:rPr>
              <a:t>H</a:t>
            </a:r>
            <a:r>
              <a:rPr lang="gu-IN" sz="2300" dirty="0">
                <a:solidFill>
                  <a:srgbClr val="0000CC"/>
                </a:solidFill>
              </a:rPr>
              <a:t>)</a:t>
            </a:r>
            <a:r>
              <a:rPr lang="en-GB" sz="2300" dirty="0">
                <a:solidFill>
                  <a:srgbClr val="0000CC"/>
                </a:solidFill>
              </a:rPr>
              <a:t> - Travel  &amp; tourist transactions</a:t>
            </a:r>
          </a:p>
        </p:txBody>
      </p:sp>
      <p:graphicFrame>
        <p:nvGraphicFramePr>
          <p:cNvPr id="6" name="Table 5"/>
          <p:cNvGraphicFramePr>
            <a:graphicFrameLocks noGrp="1"/>
          </p:cNvGraphicFramePr>
          <p:nvPr>
            <p:extLst>
              <p:ext uri="{D42A27DB-BD31-4B8C-83A1-F6EECF244321}">
                <p14:modId xmlns:p14="http://schemas.microsoft.com/office/powerpoint/2010/main" val="1909852280"/>
              </p:ext>
            </p:extLst>
          </p:nvPr>
        </p:nvGraphicFramePr>
        <p:xfrm>
          <a:off x="470440" y="1582191"/>
          <a:ext cx="8940260" cy="3733800"/>
        </p:xfrm>
        <a:graphic>
          <a:graphicData uri="http://schemas.openxmlformats.org/drawingml/2006/table">
            <a:tbl>
              <a:tblPr firstRow="1" bandRow="1">
                <a:tableStyleId>{5C22544A-7EE6-4342-B048-85BDC9FD1C3A}</a:tableStyleId>
              </a:tblPr>
              <a:tblGrid>
                <a:gridCol w="3276287">
                  <a:extLst>
                    <a:ext uri="{9D8B030D-6E8A-4147-A177-3AD203B41FA5}">
                      <a16:colId xmlns:a16="http://schemas.microsoft.com/office/drawing/2014/main" val="752466552"/>
                    </a:ext>
                  </a:extLst>
                </a:gridCol>
                <a:gridCol w="306649">
                  <a:extLst>
                    <a:ext uri="{9D8B030D-6E8A-4147-A177-3AD203B41FA5}">
                      <a16:colId xmlns:a16="http://schemas.microsoft.com/office/drawing/2014/main" val="1443842767"/>
                    </a:ext>
                  </a:extLst>
                </a:gridCol>
                <a:gridCol w="5357324">
                  <a:extLst>
                    <a:ext uri="{9D8B030D-6E8A-4147-A177-3AD203B41FA5}">
                      <a16:colId xmlns:a16="http://schemas.microsoft.com/office/drawing/2014/main" val="2247429558"/>
                    </a:ext>
                  </a:extLst>
                </a:gridCol>
              </a:tblGrid>
              <a:tr h="3733800">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0" lvl="0" indent="0" algn="l" defTabSz="914400" rtl="0" eaLnBrk="1" fontAlgn="auto" latinLnBrk="0" hangingPunct="1">
                        <a:lnSpc>
                          <a:spcPct val="100000"/>
                        </a:lnSpc>
                        <a:spcBef>
                          <a:spcPts val="600"/>
                        </a:spcBef>
                        <a:spcAft>
                          <a:spcPts val="600"/>
                        </a:spcAft>
                        <a:buClrTx/>
                        <a:buSzTx/>
                        <a:buFontTx/>
                        <a:buNone/>
                        <a:tabLst/>
                        <a:defRPr/>
                      </a:pPr>
                      <a:r>
                        <a:rPr lang="en-GB" sz="2400" b="1" kern="1200" dirty="0" smtClean="0">
                          <a:solidFill>
                            <a:srgbClr val="006600"/>
                          </a:solidFill>
                          <a:effectLst/>
                          <a:latin typeface="Arial" panose="020B0604020202020204" pitchFamily="34" charset="0"/>
                          <a:ea typeface="+mn-ea"/>
                          <a:cs typeface="Arial" panose="020B0604020202020204" pitchFamily="34" charset="0"/>
                        </a:rPr>
                        <a:t>Instructions to Candidates</a:t>
                      </a:r>
                    </a:p>
                    <a:p>
                      <a:pPr marL="0" indent="0">
                        <a:lnSpc>
                          <a:spcPct val="110000"/>
                        </a:lnSpc>
                        <a:spcBef>
                          <a:spcPts val="600"/>
                        </a:spcBef>
                        <a:spcAft>
                          <a:spcPts val="600"/>
                        </a:spcAft>
                        <a:buNone/>
                        <a:tabLst>
                          <a:tab pos="357188" algn="l"/>
                        </a:tabLst>
                      </a:pPr>
                      <a:r>
                        <a:rPr lang="pt-BR" sz="2400" b="0" kern="1200" dirty="0" smtClean="0">
                          <a:solidFill>
                            <a:srgbClr val="990099"/>
                          </a:solidFill>
                          <a:effectLst/>
                          <a:latin typeface="Arial" panose="020B0604020202020204" pitchFamily="34" charset="0"/>
                          <a:ea typeface="+mn-ea"/>
                          <a:cs typeface="Arial" panose="020B0604020202020204" pitchFamily="34" charset="0"/>
                        </a:rPr>
                        <a:t>5  ? </a:t>
                      </a:r>
                    </a:p>
                    <a:p>
                      <a:pPr marL="0" indent="0">
                        <a:lnSpc>
                          <a:spcPct val="110000"/>
                        </a:lnSpc>
                        <a:spcBef>
                          <a:spcPts val="600"/>
                        </a:spcBef>
                        <a:spcAft>
                          <a:spcPts val="600"/>
                        </a:spcAft>
                        <a:buNone/>
                        <a:tabLst>
                          <a:tab pos="357188" algn="l"/>
                        </a:tabLst>
                      </a:pPr>
                      <a:r>
                        <a:rPr lang="gu-IN" sz="2400" b="0" kern="1200" dirty="0" smtClean="0">
                          <a:solidFill>
                            <a:srgbClr val="990099"/>
                          </a:solidFill>
                          <a:effectLst/>
                          <a:latin typeface="Arial" panose="020B0604020202020204" pitchFamily="34" charset="0"/>
                          <a:ea typeface="+mn-ea"/>
                          <a:cs typeface="+mn-cs"/>
                        </a:rPr>
                        <a:t>કચેરી ખોલવાના</a:t>
                      </a:r>
                      <a:r>
                        <a:rPr lang="gu-IN" sz="2400" b="0" kern="1200" baseline="0" dirty="0" smtClean="0">
                          <a:solidFill>
                            <a:srgbClr val="990099"/>
                          </a:solidFill>
                          <a:effectLst/>
                          <a:latin typeface="Arial" panose="020B0604020202020204" pitchFamily="34" charset="0"/>
                          <a:ea typeface="+mn-ea"/>
                          <a:cs typeface="+mn-cs"/>
                        </a:rPr>
                        <a:t> સમય</a:t>
                      </a:r>
                      <a:endParaRPr lang="en-GB" sz="2600" b="0" kern="1200" dirty="0">
                        <a:solidFill>
                          <a:srgbClr val="990099"/>
                        </a:solidFill>
                        <a:effectLst/>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600"/>
                        </a:spcBef>
                        <a:spcAft>
                          <a:spcPts val="600"/>
                        </a:spcAft>
                      </a:pPr>
                      <a:endParaRPr lang="en-GB" sz="2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Bef>
                          <a:spcPts val="600"/>
                        </a:spcBef>
                        <a:spcAft>
                          <a:spcPts val="600"/>
                        </a:spcAft>
                        <a:tabLst>
                          <a:tab pos="357188" algn="l"/>
                        </a:tabLst>
                      </a:pPr>
                      <a:r>
                        <a:rPr lang="en-GB" sz="2400" b="1" kern="1200" dirty="0" smtClean="0">
                          <a:solidFill>
                            <a:srgbClr val="C00000"/>
                          </a:solidFill>
                          <a:effectLst/>
                          <a:latin typeface="Arial" panose="020B0604020202020204" pitchFamily="34" charset="0"/>
                          <a:ea typeface="+mn-ea"/>
                          <a:cs typeface="Arial" panose="020B0604020202020204" pitchFamily="34" charset="0"/>
                        </a:rPr>
                        <a:t>STIMULUS HR4</a:t>
                      </a:r>
                    </a:p>
                    <a:p>
                      <a:pPr marL="0" marR="0" lvl="0" indent="0" algn="l" defTabSz="914400" rtl="0" eaLnBrk="1" fontAlgn="auto" latinLnBrk="0" hangingPunct="1">
                        <a:lnSpc>
                          <a:spcPct val="100000"/>
                        </a:lnSpc>
                        <a:spcBef>
                          <a:spcPts val="600"/>
                        </a:spcBef>
                        <a:spcAft>
                          <a:spcPts val="600"/>
                        </a:spcAft>
                        <a:buClrTx/>
                        <a:buSzTx/>
                        <a:buFontTx/>
                        <a:buNone/>
                        <a:tabLst>
                          <a:tab pos="357188" algn="l"/>
                        </a:tabLst>
                        <a:defRPr/>
                      </a:pPr>
                      <a:r>
                        <a:rPr lang="en-US" sz="2400" b="1" i="0" u="none" strike="noStrike" kern="1200" baseline="0" dirty="0" smtClean="0">
                          <a:solidFill>
                            <a:srgbClr val="0000CC"/>
                          </a:solidFill>
                          <a:latin typeface="Arial" panose="020B0604020202020204" pitchFamily="34" charset="0"/>
                          <a:ea typeface="+mn-ea"/>
                          <a:cs typeface="Arial" panose="020B0604020202020204" pitchFamily="34" charset="0"/>
                        </a:rPr>
                        <a:t>Instructions to teache</a:t>
                      </a:r>
                      <a:r>
                        <a:rPr lang="en-GB" sz="2400" b="1" i="0" u="none" strike="noStrike" kern="1200" baseline="0" dirty="0" smtClean="0">
                          <a:solidFill>
                            <a:srgbClr val="0000CC"/>
                          </a:solidFill>
                          <a:latin typeface="Arial" panose="020B0604020202020204" pitchFamily="34" charset="0"/>
                          <a:ea typeface="+mn-ea"/>
                          <a:cs typeface="Arial" panose="020B0604020202020204" pitchFamily="34" charset="0"/>
                        </a:rPr>
                        <a:t>r</a:t>
                      </a:r>
                      <a:endParaRPr lang="gu-IN" sz="2400" b="1" i="0" u="none" strike="noStrike" kern="1200" baseline="0" dirty="0" smtClean="0">
                        <a:solidFill>
                          <a:srgbClr val="0000CC"/>
                        </a:solidFill>
                        <a:latin typeface="Arial" panose="020B0604020202020204" pitchFamily="34" charset="0"/>
                        <a:ea typeface="+mn-ea"/>
                        <a:cs typeface="Arial" panose="020B0604020202020204" pitchFamily="34" charset="0"/>
                      </a:endParaRPr>
                    </a:p>
                    <a:p>
                      <a:pPr>
                        <a:lnSpc>
                          <a:spcPct val="95000"/>
                        </a:lnSpc>
                        <a:spcBef>
                          <a:spcPts val="600"/>
                        </a:spcBef>
                        <a:spcAft>
                          <a:spcPts val="600"/>
                        </a:spcAft>
                        <a:tabLst>
                          <a:tab pos="357188" algn="l"/>
                        </a:tabLst>
                      </a:pPr>
                      <a:r>
                        <a:rPr lang="en-US" sz="2400" b="0" kern="1200" dirty="0" smtClean="0">
                          <a:solidFill>
                            <a:srgbClr val="990099"/>
                          </a:solidFill>
                          <a:effectLst/>
                          <a:latin typeface="Arial" panose="020B0604020202020204" pitchFamily="34" charset="0"/>
                          <a:ea typeface="+mn-ea"/>
                          <a:cs typeface="Arial" panose="020B0604020202020204" pitchFamily="34" charset="0"/>
                        </a:rPr>
                        <a:t>5.	?</a:t>
                      </a:r>
                      <a:r>
                        <a:rPr lang="gu-IN" sz="2400" b="0" kern="1200" dirty="0" smtClean="0">
                          <a:solidFill>
                            <a:srgbClr val="990099"/>
                          </a:solidFill>
                          <a:effectLst/>
                          <a:latin typeface="Arial" panose="020B0604020202020204" pitchFamily="34" charset="0"/>
                          <a:ea typeface="+mn-ea"/>
                          <a:cs typeface="Arial" panose="020B0604020202020204" pitchFamily="34" charset="0"/>
                        </a:rPr>
                        <a:t> </a:t>
                      </a:r>
                      <a:r>
                        <a:rPr lang="en-US" sz="2400" b="0" kern="1200" dirty="0" smtClean="0">
                          <a:solidFill>
                            <a:srgbClr val="990099"/>
                          </a:solidFill>
                          <a:effectLst/>
                          <a:latin typeface="Arial" panose="020B0604020202020204" pitchFamily="34" charset="0"/>
                          <a:ea typeface="+mn-ea"/>
                          <a:cs typeface="Arial" panose="020B0604020202020204" pitchFamily="34" charset="0"/>
                        </a:rPr>
                        <a:t>Allow the </a:t>
                      </a:r>
                      <a:r>
                        <a:rPr lang="en-US" sz="2400" b="1" kern="1200" dirty="0" smtClean="0">
                          <a:solidFill>
                            <a:srgbClr val="990099"/>
                          </a:solidFill>
                          <a:effectLst/>
                          <a:latin typeface="Arial" panose="020B0604020202020204" pitchFamily="34" charset="0"/>
                          <a:ea typeface="+mn-ea"/>
                          <a:cs typeface="Arial" panose="020B0604020202020204" pitchFamily="34" charset="0"/>
                        </a:rPr>
                        <a:t>candidate</a:t>
                      </a:r>
                      <a:r>
                        <a:rPr lang="en-US" sz="2400" b="0" kern="1200" dirty="0" smtClean="0">
                          <a:solidFill>
                            <a:srgbClr val="990099"/>
                          </a:solidFill>
                          <a:effectLst/>
                          <a:latin typeface="Arial" panose="020B0604020202020204" pitchFamily="34" charset="0"/>
                          <a:ea typeface="+mn-ea"/>
                          <a:cs typeface="Arial" panose="020B0604020202020204" pitchFamily="34" charset="0"/>
                        </a:rPr>
                        <a:t> to ask when </a:t>
                      </a:r>
                      <a:br>
                        <a:rPr lang="en-US" sz="2400" b="0" kern="1200" dirty="0" smtClean="0">
                          <a:solidFill>
                            <a:srgbClr val="990099"/>
                          </a:solidFill>
                          <a:effectLst/>
                          <a:latin typeface="Arial" panose="020B0604020202020204" pitchFamily="34" charset="0"/>
                          <a:ea typeface="+mn-ea"/>
                          <a:cs typeface="Arial" panose="020B0604020202020204" pitchFamily="34" charset="0"/>
                        </a:rPr>
                      </a:br>
                      <a:r>
                        <a:rPr lang="en-US" sz="2400" b="0" kern="1200" dirty="0" smtClean="0">
                          <a:solidFill>
                            <a:srgbClr val="990099"/>
                          </a:solidFill>
                          <a:effectLst/>
                          <a:latin typeface="Arial" panose="020B0604020202020204" pitchFamily="34" charset="0"/>
                          <a:ea typeface="+mn-ea"/>
                          <a:cs typeface="Arial" panose="020B0604020202020204" pitchFamily="34" charset="0"/>
                        </a:rPr>
                        <a:t>the office is open.</a:t>
                      </a:r>
                      <a:endParaRPr lang="gu-IN" sz="2400" b="0" kern="1200" dirty="0" smtClean="0">
                        <a:solidFill>
                          <a:srgbClr val="990099"/>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95000"/>
                        </a:lnSpc>
                        <a:spcBef>
                          <a:spcPts val="600"/>
                        </a:spcBef>
                        <a:spcAft>
                          <a:spcPts val="600"/>
                        </a:spcAft>
                        <a:buClrTx/>
                        <a:buSzTx/>
                        <a:buFont typeface="Arial" panose="020B0604020202020204" pitchFamily="34" charset="0"/>
                        <a:buNone/>
                        <a:tabLst>
                          <a:tab pos="266700" algn="l"/>
                        </a:tabLst>
                        <a:defRPr/>
                      </a:pPr>
                      <a:r>
                        <a:rPr lang="en-GB" sz="2400" b="0" i="0" u="none" strike="noStrike" kern="1200" baseline="0" dirty="0" smtClean="0">
                          <a:solidFill>
                            <a:srgbClr val="990099"/>
                          </a:solidFill>
                          <a:latin typeface="Arial" panose="020B0604020202020204" pitchFamily="34" charset="0"/>
                          <a:ea typeface="+mn-ea"/>
                          <a:cs typeface="Arial" panose="020B0604020202020204" pitchFamily="34" charset="0"/>
                        </a:rPr>
                        <a:t>C - </a:t>
                      </a:r>
                      <a:r>
                        <a:rPr lang="gu-IN" sz="2400" b="0" i="0" u="none" strike="noStrike" kern="1200" baseline="0" dirty="0" smtClean="0">
                          <a:solidFill>
                            <a:srgbClr val="990099"/>
                          </a:solidFill>
                          <a:latin typeface="Arial" panose="020B0604020202020204" pitchFamily="34" charset="0"/>
                          <a:ea typeface="+mn-ea"/>
                          <a:cs typeface="+mn-cs"/>
                        </a:rPr>
                        <a:t>તમારી કચેરી</a:t>
                      </a:r>
                      <a:r>
                        <a:rPr lang="en-GB" sz="2400" b="0" i="0" u="none" strike="noStrike" kern="1200" baseline="0" dirty="0" smtClean="0">
                          <a:solidFill>
                            <a:srgbClr val="990099"/>
                          </a:solidFill>
                          <a:latin typeface="Arial" panose="020B0604020202020204" pitchFamily="34" charset="0"/>
                          <a:ea typeface="+mn-ea"/>
                          <a:cs typeface="+mn-cs"/>
                        </a:rPr>
                        <a:t> </a:t>
                      </a:r>
                      <a:r>
                        <a:rPr lang="gu-IN" sz="2400" b="0" i="0" u="none" strike="noStrike" kern="1200" baseline="0" dirty="0" smtClean="0">
                          <a:solidFill>
                            <a:srgbClr val="990099"/>
                          </a:solidFill>
                          <a:latin typeface="Arial" panose="020B0604020202020204" pitchFamily="34" charset="0"/>
                          <a:ea typeface="+mn-ea"/>
                          <a:cs typeface="+mn-cs"/>
                        </a:rPr>
                        <a:t>ખુલવાનો અને બંધ થવાનો સમય શું છે તે જણાવશો?</a:t>
                      </a:r>
                    </a:p>
                    <a:p>
                      <a:pPr marL="0" indent="0">
                        <a:spcBef>
                          <a:spcPts val="600"/>
                        </a:spcBef>
                        <a:spcAft>
                          <a:spcPts val="600"/>
                        </a:spcAft>
                        <a:tabLst/>
                      </a:pPr>
                      <a:r>
                        <a:rPr lang="en-GB" sz="2400" b="0" i="0" kern="1200" dirty="0" smtClean="0">
                          <a:solidFill>
                            <a:srgbClr val="990099"/>
                          </a:solidFill>
                          <a:effectLst/>
                          <a:latin typeface="Arial" panose="020B0604020202020204" pitchFamily="34" charset="0"/>
                          <a:ea typeface="+mn-ea"/>
                          <a:cs typeface="Arial" panose="020B0604020202020204" pitchFamily="34" charset="0"/>
                        </a:rPr>
                        <a:t>E - Give an appropriate brief response.</a:t>
                      </a:r>
                      <a:endParaRPr lang="en-GB" sz="2400" b="0" i="0" dirty="0">
                        <a:solidFill>
                          <a:srgbClr val="990099"/>
                        </a:solidFill>
                        <a:latin typeface="Arial" panose="020B0604020202020204" pitchFamily="34" charset="0"/>
                        <a:cs typeface="Arial" panose="020B0604020202020204" pitchFamily="34" charset="0"/>
                      </a:endParaRP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797876"/>
                  </a:ext>
                </a:extLst>
              </a:tr>
            </a:tbl>
          </a:graphicData>
        </a:graphic>
      </p:graphicFrame>
    </p:spTree>
    <p:extLst>
      <p:ext uri="{BB962C8B-B14F-4D97-AF65-F5344CB8AC3E}">
        <p14:creationId xmlns:p14="http://schemas.microsoft.com/office/powerpoint/2010/main" val="8987770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15</a:t>
            </a:fld>
            <a:endParaRPr lang="en-GB" dirty="0" smtClean="0"/>
          </a:p>
        </p:txBody>
      </p:sp>
      <p:sp>
        <p:nvSpPr>
          <p:cNvPr id="11" name="Rectangle 2"/>
          <p:cNvSpPr>
            <a:spLocks noGrp="1" noChangeArrowheads="1"/>
          </p:cNvSpPr>
          <p:nvPr>
            <p:ph type="title"/>
          </p:nvPr>
        </p:nvSpPr>
        <p:spPr>
          <a:xfrm>
            <a:off x="377791" y="685799"/>
            <a:ext cx="9309232" cy="555899"/>
          </a:xfrm>
        </p:spPr>
        <p:txBody>
          <a:bodyPr/>
          <a:lstStyle/>
          <a:p>
            <a:r>
              <a:rPr lang="en-GB" sz="2400" dirty="0"/>
              <a:t>Pearson </a:t>
            </a:r>
            <a:r>
              <a:rPr lang="en-GB" sz="2400" dirty="0" smtClean="0"/>
              <a:t>2023 </a:t>
            </a:r>
            <a:r>
              <a:rPr lang="en-GB" sz="2400" dirty="0"/>
              <a:t>- Task 2 - </a:t>
            </a:r>
            <a:r>
              <a:rPr lang="en-GB" sz="2400" dirty="0" smtClean="0"/>
              <a:t>(F) </a:t>
            </a:r>
            <a:r>
              <a:rPr lang="en-GB" sz="2400" dirty="0"/>
              <a:t>Picture Card </a:t>
            </a:r>
            <a:r>
              <a:rPr lang="en-GB" sz="2400" dirty="0" smtClean="0"/>
              <a:t>FP3 </a:t>
            </a:r>
            <a:r>
              <a:rPr lang="en-GB" sz="2400" dirty="0"/>
              <a:t>- </a:t>
            </a:r>
            <a:r>
              <a:rPr lang="en-GB" sz="2400" dirty="0" smtClean="0"/>
              <a:t>Work</a:t>
            </a:r>
            <a:endParaRPr lang="en-GB" sz="2400" dirty="0"/>
          </a:p>
        </p:txBody>
      </p:sp>
      <p:pic>
        <p:nvPicPr>
          <p:cNvPr id="2" name="Picture 1"/>
          <p:cNvPicPr>
            <a:picLocks noChangeAspect="1"/>
          </p:cNvPicPr>
          <p:nvPr/>
        </p:nvPicPr>
        <p:blipFill>
          <a:blip r:embed="rId3"/>
          <a:stretch>
            <a:fillRect/>
          </a:stretch>
        </p:blipFill>
        <p:spPr>
          <a:xfrm>
            <a:off x="1600200" y="1447800"/>
            <a:ext cx="6777181" cy="4516964"/>
          </a:xfrm>
          <a:prstGeom prst="rect">
            <a:avLst/>
          </a:prstGeom>
          <a:ln w="28575">
            <a:solidFill>
              <a:schemeClr val="tx1"/>
            </a:solidFill>
          </a:ln>
        </p:spPr>
      </p:pic>
    </p:spTree>
    <p:extLst>
      <p:ext uri="{BB962C8B-B14F-4D97-AF65-F5344CB8AC3E}">
        <p14:creationId xmlns:p14="http://schemas.microsoft.com/office/powerpoint/2010/main" val="29371447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16</a:t>
            </a:fld>
            <a:endParaRPr lang="en-GB" dirty="0" smtClean="0"/>
          </a:p>
        </p:txBody>
      </p:sp>
      <p:sp>
        <p:nvSpPr>
          <p:cNvPr id="11" name="Rectangle 2"/>
          <p:cNvSpPr>
            <a:spLocks noGrp="1" noChangeArrowheads="1"/>
          </p:cNvSpPr>
          <p:nvPr>
            <p:ph type="title"/>
          </p:nvPr>
        </p:nvSpPr>
        <p:spPr>
          <a:xfrm>
            <a:off x="381000" y="685799"/>
            <a:ext cx="9309232" cy="535919"/>
          </a:xfrm>
        </p:spPr>
        <p:txBody>
          <a:bodyPr/>
          <a:lstStyle/>
          <a:p>
            <a:r>
              <a:rPr lang="en-GB" sz="2400" dirty="0"/>
              <a:t>Pearson 2023 - Task 2 - (F) Picture Card FP3 - Work</a:t>
            </a:r>
          </a:p>
        </p:txBody>
      </p:sp>
      <p:sp>
        <p:nvSpPr>
          <p:cNvPr id="2" name="Rectangle 1"/>
          <p:cNvSpPr/>
          <p:nvPr/>
        </p:nvSpPr>
        <p:spPr>
          <a:xfrm>
            <a:off x="419100" y="1440870"/>
            <a:ext cx="9182100" cy="4518929"/>
          </a:xfrm>
          <a:prstGeom prst="rect">
            <a:avLst/>
          </a:prstGeom>
        </p:spPr>
        <p:txBody>
          <a:bodyPr wrap="square">
            <a:spAutoFit/>
          </a:bodyPr>
          <a:lstStyle/>
          <a:p>
            <a:pPr marL="357188" indent="-357188">
              <a:lnSpc>
                <a:spcPct val="107000"/>
              </a:lnSpc>
              <a:spcBef>
                <a:spcPts val="0"/>
              </a:spcBef>
              <a:spcAft>
                <a:spcPts val="300"/>
              </a:spcAft>
              <a:buAutoNum type="arabicPeriod"/>
              <a:tabLst>
                <a:tab pos="342900" algn="l"/>
                <a:tab pos="571500" algn="l"/>
              </a:tabLst>
            </a:pPr>
            <a:r>
              <a:rPr lang="en-GB" sz="2300" dirty="0" smtClean="0">
                <a:solidFill>
                  <a:srgbClr val="0000CC"/>
                </a:solidFill>
                <a:latin typeface="Arial" panose="020B0604020202020204" pitchFamily="34" charset="0"/>
                <a:ea typeface="Calibri" panose="020F0502020204030204" pitchFamily="34" charset="0"/>
                <a:cs typeface="Arial" panose="020B0604020202020204" pitchFamily="34" charset="0"/>
              </a:rPr>
              <a:t>(C)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ફોટાનું</a:t>
            </a:r>
            <a:r>
              <a:rPr lang="gu-IN" sz="2300" dirty="0" smtClean="0">
                <a:solidFill>
                  <a:srgbClr val="0000CC"/>
                </a:solidFill>
                <a:latin typeface="Arial" panose="020B0604020202020204" pitchFamily="34" charset="0"/>
                <a:ea typeface="Calibri" panose="020F0502020204030204" pitchFamily="34" charset="0"/>
              </a:rPr>
              <a:t> </a:t>
            </a:r>
            <a:r>
              <a:rPr lang="gu-IN" sz="2300" dirty="0">
                <a:solidFill>
                  <a:srgbClr val="0000CC"/>
                </a:solidFill>
                <a:latin typeface="Arial" panose="020B0604020202020204" pitchFamily="34" charset="0"/>
                <a:ea typeface="Calibri" panose="020F0502020204030204" pitchFamily="34" charset="0"/>
                <a:cs typeface="Nirmala UI" panose="020B0502040204020203" pitchFamily="34" charset="0"/>
              </a:rPr>
              <a:t>વર્ણન</a:t>
            </a:r>
            <a:r>
              <a:rPr lang="gu-IN" sz="2300" dirty="0">
                <a:solidFill>
                  <a:srgbClr val="0000CC"/>
                </a:solidFill>
                <a:latin typeface="Arial" panose="020B0604020202020204" pitchFamily="34" charset="0"/>
                <a:ea typeface="Calibri" panose="020F0502020204030204" pitchFamily="34" charset="0"/>
              </a:rPr>
              <a:t> </a:t>
            </a:r>
            <a:r>
              <a:rPr lang="en-GB" sz="2300" dirty="0" smtClean="0">
                <a:solidFill>
                  <a:srgbClr val="0000CC"/>
                </a:solidFill>
                <a:latin typeface="Arial" panose="020B0604020202020204" pitchFamily="34" charset="0"/>
                <a:ea typeface="Calibri" panose="020F0502020204030204" pitchFamily="34" charset="0"/>
                <a:cs typeface="Arial" panose="020B0604020202020204" pitchFamily="34" charset="0"/>
              </a:rPr>
              <a:t>	   </a:t>
            </a:r>
            <a:r>
              <a:rPr lang="en-GB" sz="23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(E) </a:t>
            </a:r>
            <a:r>
              <a:rPr lang="gu-IN" sz="2300" b="1" dirty="0" smtClean="0">
                <a:solidFill>
                  <a:srgbClr val="0000CC"/>
                </a:solidFill>
                <a:latin typeface="Arial" panose="020B0604020202020204" pitchFamily="34" charset="0"/>
              </a:rPr>
              <a:t>આ </a:t>
            </a:r>
            <a:r>
              <a:rPr lang="gu-IN" sz="2300" b="1" dirty="0">
                <a:solidFill>
                  <a:srgbClr val="0000CC"/>
                </a:solidFill>
                <a:latin typeface="Arial" panose="020B0604020202020204" pitchFamily="34" charset="0"/>
              </a:rPr>
              <a:t>ફોટાનું વર્ણન કરો</a:t>
            </a:r>
            <a:r>
              <a:rPr lang="pt-BR" sz="2300" b="1" dirty="0" smtClean="0">
                <a:solidFill>
                  <a:srgbClr val="0000CC"/>
                </a:solidFill>
                <a:latin typeface="Arial" panose="020B0604020202020204" pitchFamily="34" charset="0"/>
                <a:cs typeface="Arial" panose="020B0604020202020204" pitchFamily="34" charset="0"/>
              </a:rPr>
              <a:t>.  [</a:t>
            </a:r>
            <a:r>
              <a:rPr lang="gu-IN" sz="2300" b="1" dirty="0">
                <a:solidFill>
                  <a:srgbClr val="0000CC"/>
                </a:solidFill>
                <a:latin typeface="Arial" panose="020B0604020202020204" pitchFamily="34" charset="0"/>
              </a:rPr>
              <a:t>બીજું કાંઈ</a:t>
            </a:r>
            <a:r>
              <a:rPr lang="en-GB" sz="2300" b="1" dirty="0">
                <a:solidFill>
                  <a:srgbClr val="0000CC"/>
                </a:solidFill>
                <a:latin typeface="Arial" panose="020B0604020202020204" pitchFamily="34" charset="0"/>
                <a:cs typeface="Arial" panose="020B0604020202020204" pitchFamily="34" charset="0"/>
              </a:rPr>
              <a:t>?</a:t>
            </a:r>
            <a:r>
              <a:rPr lang="pt-BR" sz="2300" b="1" dirty="0">
                <a:solidFill>
                  <a:srgbClr val="0000CC"/>
                </a:solidFill>
                <a:latin typeface="Arial" panose="020B0604020202020204" pitchFamily="34" charset="0"/>
                <a:cs typeface="Arial" panose="020B0604020202020204" pitchFamily="34" charset="0"/>
              </a:rPr>
              <a:t>]</a:t>
            </a:r>
            <a:r>
              <a:rPr lang="pt-BR" sz="2300" dirty="0">
                <a:solidFill>
                  <a:srgbClr val="0000CC"/>
                </a:solidFill>
                <a:latin typeface="Arial" panose="020B0604020202020204" pitchFamily="34" charset="0"/>
                <a:cs typeface="Arial" panose="020B0604020202020204" pitchFamily="34" charset="0"/>
              </a:rPr>
              <a:t>  </a:t>
            </a:r>
            <a:endParaRPr lang="en-GB" sz="2300" dirty="0">
              <a:solidFill>
                <a:srgbClr val="0000CC"/>
              </a:solidFill>
              <a:latin typeface="Arial" panose="020B0604020202020204" pitchFamily="34" charset="0"/>
              <a:cs typeface="Arial" panose="020B0604020202020204" pitchFamily="34" charset="0"/>
            </a:endParaRPr>
          </a:p>
          <a:p>
            <a:pPr>
              <a:lnSpc>
                <a:spcPct val="107000"/>
              </a:lnSpc>
              <a:spcBef>
                <a:spcPts val="0"/>
              </a:spcBef>
              <a:spcAft>
                <a:spcPts val="300"/>
              </a:spcAft>
              <a:tabLst>
                <a:tab pos="342900" algn="l"/>
                <a:tab pos="571500" algn="l"/>
              </a:tabLst>
            </a:pPr>
            <a:r>
              <a:rPr lang="en-GB" sz="23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 Possible candidate Response</a:t>
            </a:r>
            <a:endParaRPr lang="en-GB" sz="2300" dirty="0">
              <a:solidFill>
                <a:srgbClr val="0000CC"/>
              </a:solidFill>
              <a:latin typeface="Arial" panose="020B0604020202020204" pitchFamily="34" charset="0"/>
              <a:ea typeface="Calibri" panose="020F0502020204030204" pitchFamily="34" charset="0"/>
            </a:endParaRPr>
          </a:p>
          <a:p>
            <a:pPr marR="0" lvl="0">
              <a:spcBef>
                <a:spcPts val="0"/>
              </a:spcBef>
              <a:spcAft>
                <a:spcPts val="1600"/>
              </a:spcAft>
              <a:tabLst>
                <a:tab pos="571500" algn="l"/>
              </a:tabLst>
            </a:pP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આ</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ફોટામાં</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યુ</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વાન</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સ્ત્રીઓ અને</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પુરુષો</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દેખાય</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છે</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એવું</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લાગે</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છે</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કે</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તેઓ</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કોઈ</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મોટા</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શહેર</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અથવા</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વિદેશની</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 આધુનિક</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કંપનીની</a:t>
            </a:r>
            <a:r>
              <a:rPr lang="en-GB"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કચેરીમાં</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કામ</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કરી</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રહ્યા</a:t>
            </a:r>
            <a:r>
              <a:rPr lang="en-GB"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છે</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અને</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તેમને</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આ</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કામ</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ખૂબ</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પસંદ</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હશે</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કારણ</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કે</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તેઓ</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ખુશ</a:t>
            </a:r>
            <a:r>
              <a:rPr lang="gu-IN" sz="2300" dirty="0">
                <a:solidFill>
                  <a:srgbClr val="0000CC"/>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0000CC"/>
                </a:solidFill>
                <a:latin typeface="Times New Roman" panose="02020603050405020304" pitchFamily="18" charset="0"/>
                <a:ea typeface="Calibri" panose="020F0502020204030204" pitchFamily="34" charset="0"/>
                <a:cs typeface="Nirmala UI" panose="020B0502040204020203" pitchFamily="34" charset="0"/>
              </a:rPr>
              <a:t>દેખાય</a:t>
            </a:r>
            <a:r>
              <a:rPr lang="en-GB" sz="2300" dirty="0">
                <a:solidFill>
                  <a:srgbClr val="0000CC"/>
                </a:solidFill>
                <a:latin typeface="Arial" panose="020B0604020202020204" pitchFamily="34" charset="0"/>
                <a:ea typeface="Calibri" panose="020F0502020204030204" pitchFamily="34" charset="0"/>
              </a:rPr>
              <a:t> </a:t>
            </a:r>
            <a:r>
              <a:rPr lang="gu-IN" sz="2300" dirty="0" smtClean="0">
                <a:solidFill>
                  <a:srgbClr val="0000CC"/>
                </a:solidFill>
                <a:latin typeface="Times New Roman" panose="02020603050405020304" pitchFamily="18" charset="0"/>
                <a:ea typeface="Calibri" panose="020F0502020204030204" pitchFamily="34" charset="0"/>
                <a:cs typeface="Nirmala UI" panose="020B0502040204020203" pitchFamily="34" charset="0"/>
              </a:rPr>
              <a:t>છે</a:t>
            </a:r>
            <a:r>
              <a:rPr lang="gu-IN" sz="2300" dirty="0" smtClean="0">
                <a:solidFill>
                  <a:srgbClr val="0000CC"/>
                </a:solidFill>
                <a:latin typeface="Times New Roman" panose="02020603050405020304" pitchFamily="18" charset="0"/>
                <a:ea typeface="Calibri" panose="020F0502020204030204" pitchFamily="34" charset="0"/>
                <a:cs typeface="Arial" panose="020B0604020202020204" pitchFamily="34" charset="0"/>
              </a:rPr>
              <a:t>.</a:t>
            </a:r>
          </a:p>
          <a:p>
            <a:pPr>
              <a:lnSpc>
                <a:spcPct val="107000"/>
              </a:lnSpc>
              <a:spcBef>
                <a:spcPts val="0"/>
              </a:spcBef>
              <a:spcAft>
                <a:spcPts val="300"/>
              </a:spcAft>
              <a:tabLst>
                <a:tab pos="342900" algn="l"/>
                <a:tab pos="898525" algn="l"/>
                <a:tab pos="989013" algn="l"/>
              </a:tabLst>
            </a:pPr>
            <a:r>
              <a:rPr lang="en-GB"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2</a:t>
            </a:r>
            <a:r>
              <a:rPr lang="gu-IN" sz="2300" dirty="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300" dirty="0">
                <a:solidFill>
                  <a:srgbClr val="990099"/>
                </a:solidFill>
                <a:latin typeface="Arial" panose="020B0604020202020204" pitchFamily="34" charset="0"/>
                <a:ea typeface="Calibri" panose="020F0502020204030204" pitchFamily="34" charset="0"/>
                <a:cs typeface="Arial" panose="020B0604020202020204" pitchFamily="34" charset="0"/>
              </a:rPr>
              <a:t>(C)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કોઈ</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પણ</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પ્રકારનું</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કામ</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કરવા</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વિશે</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તમારો</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અભિપ્રાય</a:t>
            </a:r>
            <a:endParaRPr lang="en-GB"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endParaRPr>
          </a:p>
          <a:p>
            <a:pPr>
              <a:lnSpc>
                <a:spcPct val="107000"/>
              </a:lnSpc>
              <a:spcBef>
                <a:spcPts val="0"/>
              </a:spcBef>
              <a:spcAft>
                <a:spcPts val="300"/>
              </a:spcAft>
            </a:pPr>
            <a:r>
              <a:rPr lang="en-GB" sz="2300" b="1"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a:t>
            </a:r>
            <a:r>
              <a:rPr lang="en-GB" sz="2300" b="1" dirty="0">
                <a:solidFill>
                  <a:srgbClr val="990099"/>
                </a:solidFill>
                <a:latin typeface="Arial" panose="020B0604020202020204" pitchFamily="34" charset="0"/>
                <a:ea typeface="Calibri" panose="020F0502020204030204" pitchFamily="34" charset="0"/>
                <a:cs typeface="Nirmala UI" panose="020B0502040204020203" pitchFamily="34" charset="0"/>
              </a:rPr>
              <a:t>E</a:t>
            </a:r>
            <a:r>
              <a:rPr lang="en-GB" sz="2300" b="1"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a:t>
            </a:r>
            <a:r>
              <a:rPr lang="gu-IN" sz="2300" b="1"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gu-IN" sz="2300" b="1" dirty="0" smtClean="0">
                <a:solidFill>
                  <a:srgbClr val="990099"/>
                </a:solidFill>
                <a:latin typeface="Arial" panose="020B0604020202020204" pitchFamily="34" charset="0"/>
              </a:rPr>
              <a:t>હું </a:t>
            </a:r>
            <a:r>
              <a:rPr lang="gu-IN" sz="2300" b="1" dirty="0">
                <a:solidFill>
                  <a:srgbClr val="990099"/>
                </a:solidFill>
                <a:latin typeface="Arial" panose="020B0604020202020204" pitchFamily="34" charset="0"/>
              </a:rPr>
              <a:t>માનું છું કે કોઈ પણ કામ નાનું કે મોટું નથી હોતું. </a:t>
            </a:r>
            <a:r>
              <a:rPr lang="gu-IN" sz="2300" b="1" dirty="0" smtClean="0">
                <a:solidFill>
                  <a:srgbClr val="990099"/>
                </a:solidFill>
                <a:latin typeface="Arial" panose="020B0604020202020204" pitchFamily="34" charset="0"/>
              </a:rPr>
              <a:t>તમારો</a:t>
            </a:r>
            <a:r>
              <a:rPr lang="en-GB" sz="2300" b="1" dirty="0" smtClean="0">
                <a:solidFill>
                  <a:srgbClr val="990099"/>
                </a:solidFill>
                <a:latin typeface="Arial" panose="020B0604020202020204" pitchFamily="34" charset="0"/>
              </a:rPr>
              <a:t> </a:t>
            </a:r>
            <a:r>
              <a:rPr lang="gu-IN" sz="2300" b="1" dirty="0">
                <a:solidFill>
                  <a:srgbClr val="990099"/>
                </a:solidFill>
                <a:latin typeface="Arial" panose="020B0604020202020204" pitchFamily="34" charset="0"/>
              </a:rPr>
              <a:t>શું </a:t>
            </a:r>
            <a:r>
              <a:rPr lang="gu-IN" sz="2300" b="1" dirty="0" smtClean="0">
                <a:solidFill>
                  <a:srgbClr val="990099"/>
                </a:solidFill>
                <a:latin typeface="Arial" panose="020B0604020202020204" pitchFamily="34" charset="0"/>
              </a:rPr>
              <a:t>અભિપ્રાય છે</a:t>
            </a:r>
            <a:r>
              <a:rPr lang="en-GB" sz="2300" b="1" dirty="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cs typeface="Arial" panose="020B0604020202020204" pitchFamily="34" charset="0"/>
              </a:rPr>
              <a:t>  </a:t>
            </a:r>
            <a:r>
              <a:rPr lang="es-ES_tradnl" sz="2300" b="1" dirty="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શા માટે</a:t>
            </a:r>
            <a:r>
              <a:rPr lang="es-ES_tradnl" sz="2300" b="1" dirty="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બીજું કાંઈ</a:t>
            </a:r>
            <a:r>
              <a:rPr lang="en-GB" sz="2300" b="1" dirty="0">
                <a:solidFill>
                  <a:srgbClr val="990099"/>
                </a:solidFill>
                <a:latin typeface="Arial" panose="020B0604020202020204" pitchFamily="34" charset="0"/>
                <a:cs typeface="Arial" panose="020B0604020202020204" pitchFamily="34" charset="0"/>
              </a:rPr>
              <a:t>?</a:t>
            </a:r>
            <a:r>
              <a:rPr lang="es-ES_tradnl" sz="2300" b="1" dirty="0">
                <a:solidFill>
                  <a:srgbClr val="990099"/>
                </a:solidFill>
                <a:latin typeface="Arial" panose="020B0604020202020204" pitchFamily="34" charset="0"/>
                <a:cs typeface="Arial" panose="020B0604020202020204" pitchFamily="34" charset="0"/>
              </a:rPr>
              <a:t>] </a:t>
            </a:r>
            <a:endParaRPr lang="gu-IN" sz="2300" b="1" dirty="0">
              <a:solidFill>
                <a:srgbClr val="990099"/>
              </a:solidFill>
              <a:latin typeface="Arial" panose="020B0604020202020204" pitchFamily="34" charset="0"/>
              <a:cs typeface="Arial" panose="020B0604020202020204" pitchFamily="34" charset="0"/>
            </a:endParaRPr>
          </a:p>
          <a:p>
            <a:pPr>
              <a:lnSpc>
                <a:spcPct val="107000"/>
              </a:lnSpc>
              <a:spcBef>
                <a:spcPts val="0"/>
              </a:spcBef>
              <a:spcAft>
                <a:spcPts val="300"/>
              </a:spcAft>
              <a:tabLst>
                <a:tab pos="342900" algn="l"/>
                <a:tab pos="989013" algn="l"/>
              </a:tabLst>
            </a:pPr>
            <a:r>
              <a:rPr lang="en-GB" sz="2300" b="1" dirty="0">
                <a:solidFill>
                  <a:srgbClr val="990099"/>
                </a:solidFill>
                <a:latin typeface="Arial" panose="020B0604020202020204" pitchFamily="34" charset="0"/>
                <a:ea typeface="Calibri" panose="020F0502020204030204" pitchFamily="34" charset="0"/>
                <a:cs typeface="Nirmala UI" panose="020B0502040204020203" pitchFamily="34" charset="0"/>
              </a:rPr>
              <a:t>Possible candidate </a:t>
            </a:r>
            <a:r>
              <a:rPr lang="en-GB" sz="2300" b="1"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Response</a:t>
            </a:r>
            <a:endParaRPr lang="en-GB" sz="2300" dirty="0">
              <a:solidFill>
                <a:srgbClr val="990099"/>
              </a:solidFill>
              <a:latin typeface="Times New Roman" panose="02020603050405020304" pitchFamily="18" charset="0"/>
              <a:ea typeface="Calibri" panose="020F0502020204030204" pitchFamily="34" charset="0"/>
            </a:endParaRPr>
          </a:p>
          <a:p>
            <a:pPr lvl="0">
              <a:spcBef>
                <a:spcPts val="0"/>
              </a:spcBef>
              <a:spcAft>
                <a:spcPts val="300"/>
              </a:spcAft>
              <a:tabLst>
                <a:tab pos="342900" algn="l"/>
                <a:tab pos="989013" algn="l"/>
              </a:tabLst>
            </a:pPr>
            <a:r>
              <a:rPr lang="en-GB" sz="2300" dirty="0" smtClean="0">
                <a:solidFill>
                  <a:srgbClr val="990099"/>
                </a:solidFill>
                <a:latin typeface="Times New Roman" panose="02020603050405020304" pitchFamily="18" charset="0"/>
                <a:ea typeface="Calibri" panose="020F0502020204030204" pitchFamily="34" charset="0"/>
                <a:cs typeface="Nirmala UI" panose="020B0502040204020203" pitchFamily="34" charset="0"/>
              </a:rPr>
              <a:t>C - </a:t>
            </a:r>
            <a:r>
              <a:rPr lang="gu-IN" sz="2300" dirty="0" smtClean="0">
                <a:solidFill>
                  <a:srgbClr val="990099"/>
                </a:solidFill>
                <a:latin typeface="Times New Roman" panose="02020603050405020304" pitchFamily="18" charset="0"/>
                <a:ea typeface="Calibri" panose="020F0502020204030204" pitchFamily="34" charset="0"/>
                <a:cs typeface="Nirmala UI" panose="020B0502040204020203" pitchFamily="34" charset="0"/>
              </a:rPr>
              <a:t>મારા</a:t>
            </a:r>
            <a:r>
              <a:rPr lang="gu-IN"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મત</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પ્રમાણે</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દરેક</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કામ</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990099"/>
                </a:solidFill>
                <a:latin typeface="Arial" panose="020B0604020202020204" pitchFamily="34" charset="0"/>
              </a:rPr>
              <a:t>મહત્ત્વ</a:t>
            </a:r>
            <a:r>
              <a:rPr lang="gu-IN"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ના</a:t>
            </a:r>
            <a:r>
              <a:rPr lang="gu-IN" sz="2300" dirty="0" smtClean="0">
                <a:solidFill>
                  <a:srgbClr val="990099"/>
                </a:solidFill>
                <a:latin typeface="Arial" panose="020B0604020202020204" pitchFamily="34"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હોય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છે</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કારણ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કે</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તેમાંથી</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નવો</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અનુભવ</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મળે, જુદી </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જુદી </a:t>
            </a:r>
            <a:r>
              <a:rPr lang="gu-IN" sz="2300" dirty="0">
                <a:solidFill>
                  <a:srgbClr val="990099"/>
                </a:solidFill>
                <a:latin typeface="Times New Roman" panose="02020603050405020304" pitchFamily="18" charset="0"/>
                <a:ea typeface="Calibri" panose="020F0502020204030204" pitchFamily="34" charset="0"/>
                <a:cs typeface="Nirmala UI" panose="020B0502040204020203" pitchFamily="34" charset="0"/>
              </a:rPr>
              <a:t>આવડત</a:t>
            </a:r>
            <a:r>
              <a:rPr lang="gu-IN" sz="2300" dirty="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990099"/>
                </a:solidFill>
                <a:latin typeface="Times New Roman" panose="02020603050405020304" pitchFamily="18" charset="0"/>
                <a:ea typeface="Calibri" panose="020F0502020204030204" pitchFamily="34" charset="0"/>
                <a:cs typeface="Nirmala UI" panose="020B0502040204020203" pitchFamily="34" charset="0"/>
              </a:rPr>
              <a:t>કેળવાય અને</a:t>
            </a:r>
            <a:r>
              <a:rPr lang="en-GB"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 </a:t>
            </a:r>
            <a:r>
              <a:rPr lang="gu-IN"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કામની </a:t>
            </a:r>
            <a:r>
              <a:rPr lang="gu-IN" sz="2300" dirty="0" smtClean="0">
                <a:solidFill>
                  <a:srgbClr val="990099"/>
                </a:solidFill>
                <a:latin typeface="Times New Roman" panose="02020603050405020304" pitchFamily="18" charset="0"/>
                <a:ea typeface="Calibri" panose="020F0502020204030204" pitchFamily="34" charset="0"/>
                <a:cs typeface="Nirmala UI" panose="020B0502040204020203" pitchFamily="34" charset="0"/>
              </a:rPr>
              <a:t>જવાબદારીઓ</a:t>
            </a:r>
            <a:r>
              <a:rPr lang="gu-IN"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 વિશે જાણી </a:t>
            </a:r>
            <a:r>
              <a:rPr lang="gu-IN" sz="2300" dirty="0" smtClean="0">
                <a:solidFill>
                  <a:srgbClr val="990099"/>
                </a:solidFill>
                <a:latin typeface="Times New Roman" panose="02020603050405020304" pitchFamily="18" charset="0"/>
                <a:ea typeface="Calibri" panose="020F0502020204030204" pitchFamily="34" charset="0"/>
                <a:cs typeface="Nirmala UI" panose="020B0502040204020203" pitchFamily="34" charset="0"/>
              </a:rPr>
              <a:t>શકાય</a:t>
            </a:r>
            <a:r>
              <a:rPr lang="gu-IN" sz="2300" dirty="0" smtClean="0">
                <a:solidFill>
                  <a:srgbClr val="990099"/>
                </a:solidFill>
                <a:latin typeface="Times New Roman" panose="02020603050405020304" pitchFamily="18" charset="0"/>
                <a:ea typeface="Calibri" panose="020F0502020204030204" pitchFamily="34" charset="0"/>
                <a:cs typeface="Arial" panose="020B0604020202020204" pitchFamily="34" charset="0"/>
              </a:rPr>
              <a:t>.</a:t>
            </a:r>
            <a:endParaRPr lang="en-GB"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88839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17</a:t>
            </a:fld>
            <a:endParaRPr lang="en-GB" dirty="0" smtClean="0"/>
          </a:p>
        </p:txBody>
      </p:sp>
      <p:sp>
        <p:nvSpPr>
          <p:cNvPr id="11" name="Rectangle 2"/>
          <p:cNvSpPr>
            <a:spLocks noGrp="1" noChangeArrowheads="1"/>
          </p:cNvSpPr>
          <p:nvPr>
            <p:ph type="title"/>
          </p:nvPr>
        </p:nvSpPr>
        <p:spPr>
          <a:xfrm>
            <a:off x="381000" y="761999"/>
            <a:ext cx="9309232" cy="459719"/>
          </a:xfrm>
        </p:spPr>
        <p:txBody>
          <a:bodyPr/>
          <a:lstStyle/>
          <a:p>
            <a:r>
              <a:rPr lang="en-GB" sz="2800" dirty="0"/>
              <a:t>Pearson 2023 - Task 2 - (F) Picture Card FP3 - Work</a:t>
            </a:r>
          </a:p>
        </p:txBody>
      </p:sp>
      <p:sp>
        <p:nvSpPr>
          <p:cNvPr id="2" name="Rectangle 1"/>
          <p:cNvSpPr/>
          <p:nvPr/>
        </p:nvSpPr>
        <p:spPr>
          <a:xfrm>
            <a:off x="304800" y="1383776"/>
            <a:ext cx="9448800" cy="4578561"/>
          </a:xfrm>
          <a:prstGeom prst="rect">
            <a:avLst/>
          </a:prstGeom>
        </p:spPr>
        <p:txBody>
          <a:bodyPr wrap="square">
            <a:spAutoFit/>
          </a:bodyPr>
          <a:lstStyle/>
          <a:p>
            <a:pPr>
              <a:lnSpc>
                <a:spcPct val="107000"/>
              </a:lnSpc>
              <a:spcBef>
                <a:spcPts val="0"/>
              </a:spcBef>
              <a:spcAft>
                <a:spcPts val="400"/>
              </a:spcAft>
              <a:tabLst>
                <a:tab pos="357188" algn="l"/>
                <a:tab pos="571500" algn="l"/>
                <a:tab pos="898525" algn="l"/>
              </a:tabLst>
            </a:pPr>
            <a:r>
              <a:rPr lang="en-GB" sz="2300" dirty="0" smtClean="0">
                <a:solidFill>
                  <a:srgbClr val="0000CC"/>
                </a:solidFill>
                <a:latin typeface="Arial" panose="020B0604020202020204" pitchFamily="34" charset="0"/>
                <a:ea typeface="Calibri" panose="020F0502020204030204" pitchFamily="34" charset="0"/>
                <a:cs typeface="Arial" panose="020B0604020202020204" pitchFamily="34" charset="0"/>
              </a:rPr>
              <a:t>3</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 </a:t>
            </a:r>
            <a:r>
              <a:rPr lang="en-GB" sz="2300" dirty="0">
                <a:solidFill>
                  <a:srgbClr val="0000CC"/>
                </a:solidFill>
                <a:latin typeface="Arial" panose="020B0604020202020204" pitchFamily="34" charset="0"/>
                <a:ea typeface="Calibri" panose="020F0502020204030204" pitchFamily="34" charset="0"/>
                <a:cs typeface="Arial" panose="020B0604020202020204" pitchFamily="34" charset="0"/>
              </a:rPr>
              <a:t>(C</a:t>
            </a:r>
            <a:r>
              <a:rPr lang="en-GB" sz="2300" dirty="0" smtClean="0">
                <a:solidFill>
                  <a:srgbClr val="0000CC"/>
                </a:solidFill>
                <a:latin typeface="Arial" panose="020B0604020202020204" pitchFamily="34" charset="0"/>
                <a:ea typeface="Calibri" panose="020F0502020204030204" pitchFamily="34" charset="0"/>
                <a:cs typeface="Arial" panose="020B0604020202020204" pitchFamily="34" charset="0"/>
              </a:rPr>
              <a:t>)	</a:t>
            </a:r>
            <a:r>
              <a:rPr lang="gu-IN" sz="2300" dirty="0" smtClean="0">
                <a:solidFill>
                  <a:srgbClr val="0000CC"/>
                </a:solidFill>
                <a:latin typeface="Arial" panose="020B0604020202020204" pitchFamily="34" charset="0"/>
              </a:rPr>
              <a:t>ગયા </a:t>
            </a:r>
            <a:r>
              <a:rPr lang="gu-IN" sz="2300" dirty="0">
                <a:solidFill>
                  <a:srgbClr val="0000CC"/>
                </a:solidFill>
                <a:latin typeface="Arial" panose="020B0604020202020204" pitchFamily="34" charset="0"/>
              </a:rPr>
              <a:t>ઉનાળાની રજામાં જે કામ તમે </a:t>
            </a:r>
            <a:r>
              <a:rPr lang="gu-IN" sz="2300" dirty="0" smtClean="0">
                <a:solidFill>
                  <a:srgbClr val="0000CC"/>
                </a:solidFill>
                <a:latin typeface="Arial" panose="020B0604020202020204" pitchFamily="34" charset="0"/>
              </a:rPr>
              <a:t>કર્યું હતું</a:t>
            </a:r>
            <a:br>
              <a:rPr lang="gu-IN" sz="2300" dirty="0" smtClean="0">
                <a:solidFill>
                  <a:srgbClr val="0000CC"/>
                </a:solidFill>
                <a:latin typeface="Arial" panose="020B0604020202020204" pitchFamily="34" charset="0"/>
              </a:rPr>
            </a:br>
            <a:r>
              <a:rPr lang="en-GB" sz="23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a:t>
            </a:r>
            <a:r>
              <a:rPr lang="en-GB" sz="2300" b="1" dirty="0">
                <a:solidFill>
                  <a:srgbClr val="0000CC"/>
                </a:solidFill>
                <a:latin typeface="Arial" panose="020B0604020202020204" pitchFamily="34" charset="0"/>
                <a:ea typeface="Calibri" panose="020F0502020204030204" pitchFamily="34" charset="0"/>
                <a:cs typeface="Arial" panose="020B0604020202020204" pitchFamily="34" charset="0"/>
              </a:rPr>
              <a:t>E</a:t>
            </a:r>
            <a:r>
              <a:rPr lang="en-GB" sz="23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	</a:t>
            </a:r>
            <a:r>
              <a:rPr lang="gu-IN" sz="2300" b="1" dirty="0" smtClean="0">
                <a:solidFill>
                  <a:srgbClr val="0000CC"/>
                </a:solidFill>
                <a:latin typeface="Arial" panose="020B0604020202020204" pitchFamily="34" charset="0"/>
              </a:rPr>
              <a:t>ગયા </a:t>
            </a:r>
            <a:r>
              <a:rPr lang="gu-IN" sz="2300" b="1" dirty="0">
                <a:solidFill>
                  <a:srgbClr val="0000CC"/>
                </a:solidFill>
                <a:latin typeface="Arial" panose="020B0604020202020204" pitchFamily="34" charset="0"/>
              </a:rPr>
              <a:t>ઉનાળાની રજામાં જે કામ </a:t>
            </a:r>
            <a:r>
              <a:rPr lang="gu-IN" sz="2300" b="1" dirty="0" smtClean="0">
                <a:solidFill>
                  <a:srgbClr val="0000CC"/>
                </a:solidFill>
                <a:latin typeface="Arial" panose="020B0604020202020204" pitchFamily="34" charset="0"/>
              </a:rPr>
              <a:t>તમે</a:t>
            </a:r>
            <a:r>
              <a:rPr lang="en-GB" sz="2300" b="1" dirty="0" smtClean="0">
                <a:solidFill>
                  <a:srgbClr val="0000CC"/>
                </a:solidFill>
                <a:latin typeface="Arial" panose="020B0604020202020204" pitchFamily="34" charset="0"/>
                <a:cs typeface="Arial" panose="020B0604020202020204" pitchFamily="34" charset="0"/>
              </a:rPr>
              <a:t> </a:t>
            </a:r>
            <a:r>
              <a:rPr lang="gu-IN" sz="2300" b="1" dirty="0" smtClean="0">
                <a:solidFill>
                  <a:srgbClr val="0000CC"/>
                </a:solidFill>
                <a:latin typeface="Arial" panose="020B0604020202020204" pitchFamily="34" charset="0"/>
              </a:rPr>
              <a:t>કર્યું </a:t>
            </a:r>
            <a:r>
              <a:rPr lang="gu-IN" sz="2300" b="1" dirty="0">
                <a:solidFill>
                  <a:srgbClr val="0000CC"/>
                </a:solidFill>
                <a:latin typeface="Arial" panose="020B0604020202020204" pitchFamily="34" charset="0"/>
              </a:rPr>
              <a:t>હતું તેના વિશે કહો</a:t>
            </a:r>
            <a:r>
              <a:rPr lang="gu-IN" sz="2300" b="1" dirty="0" smtClean="0">
                <a:solidFill>
                  <a:srgbClr val="0000CC"/>
                </a:solidFill>
                <a:latin typeface="Arial" panose="020B0604020202020204" pitchFamily="34" charset="0"/>
              </a:rPr>
              <a:t>.</a:t>
            </a:r>
            <a:r>
              <a:rPr lang="en-GB" sz="2300" b="1" dirty="0" smtClean="0">
                <a:solidFill>
                  <a:srgbClr val="0000CC"/>
                </a:solidFill>
                <a:latin typeface="Arial" panose="020B0604020202020204" pitchFamily="34" charset="0"/>
                <a:cs typeface="Arial" panose="020B0604020202020204" pitchFamily="34" charset="0"/>
              </a:rPr>
              <a:t> </a:t>
            </a:r>
            <a:r>
              <a:rPr lang="pt-BR" sz="2300" b="1" dirty="0" smtClean="0">
                <a:solidFill>
                  <a:srgbClr val="0000CC"/>
                </a:solidFill>
                <a:latin typeface="Arial" panose="020B0604020202020204" pitchFamily="34" charset="0"/>
                <a:cs typeface="Arial" panose="020B0604020202020204" pitchFamily="34" charset="0"/>
              </a:rPr>
              <a:t>[</a:t>
            </a:r>
            <a:r>
              <a:rPr lang="gu-IN" sz="2300" b="1" dirty="0">
                <a:solidFill>
                  <a:srgbClr val="0000CC"/>
                </a:solidFill>
                <a:latin typeface="Arial" panose="020B0604020202020204" pitchFamily="34" charset="0"/>
              </a:rPr>
              <a:t>બીજું કાંઈ</a:t>
            </a:r>
            <a:r>
              <a:rPr lang="en-GB" sz="2300" b="1" dirty="0">
                <a:solidFill>
                  <a:srgbClr val="0000CC"/>
                </a:solidFill>
                <a:latin typeface="Arial" panose="020B0604020202020204" pitchFamily="34" charset="0"/>
                <a:cs typeface="Arial" panose="020B0604020202020204" pitchFamily="34" charset="0"/>
              </a:rPr>
              <a:t>?</a:t>
            </a:r>
            <a:r>
              <a:rPr lang="pt-BR" sz="2300" b="1" dirty="0">
                <a:solidFill>
                  <a:srgbClr val="0000CC"/>
                </a:solidFill>
                <a:latin typeface="Arial" panose="020B0604020202020204" pitchFamily="34" charset="0"/>
                <a:cs typeface="Arial" panose="020B0604020202020204" pitchFamily="34" charset="0"/>
              </a:rPr>
              <a:t>] </a:t>
            </a:r>
            <a:endParaRPr lang="en-GB" sz="2300" b="1" dirty="0">
              <a:solidFill>
                <a:srgbClr val="0000CC"/>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0"/>
              </a:spcBef>
              <a:spcAft>
                <a:spcPts val="400"/>
              </a:spcAft>
              <a:tabLst>
                <a:tab pos="357188" algn="l"/>
                <a:tab pos="571500" algn="l"/>
                <a:tab pos="898525" algn="l"/>
              </a:tabLst>
            </a:pPr>
            <a:r>
              <a:rPr lang="en-GB" sz="23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Possible </a:t>
            </a:r>
            <a:r>
              <a:rPr lang="en-GB" sz="2300" b="1" dirty="0">
                <a:solidFill>
                  <a:srgbClr val="0000CC"/>
                </a:solidFill>
                <a:latin typeface="Arial" panose="020B0604020202020204" pitchFamily="34" charset="0"/>
                <a:ea typeface="Calibri" panose="020F0502020204030204" pitchFamily="34" charset="0"/>
                <a:cs typeface="Arial" panose="020B0604020202020204" pitchFamily="34" charset="0"/>
              </a:rPr>
              <a:t>candidate </a:t>
            </a:r>
            <a:r>
              <a:rPr lang="en-GB" sz="23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Response</a:t>
            </a:r>
          </a:p>
          <a:p>
            <a:pPr>
              <a:lnSpc>
                <a:spcPct val="107000"/>
              </a:lnSpc>
              <a:spcBef>
                <a:spcPts val="0"/>
              </a:spcBef>
              <a:spcAft>
                <a:spcPts val="800"/>
              </a:spcAft>
              <a:tabLst>
                <a:tab pos="571500" algn="l"/>
                <a:tab pos="898525" algn="l"/>
              </a:tabLst>
            </a:pPr>
            <a:r>
              <a:rPr lang="en-GB" sz="2300" dirty="0" smtClean="0">
                <a:solidFill>
                  <a:srgbClr val="0000CC"/>
                </a:solidFill>
                <a:latin typeface="Arial" panose="020B0604020202020204" pitchFamily="34" charset="0"/>
                <a:ea typeface="Calibri" panose="020F0502020204030204" pitchFamily="34" charset="0"/>
                <a:cs typeface="Arial" panose="020B0604020202020204" pitchFamily="34" charset="0"/>
              </a:rPr>
              <a:t>C - </a:t>
            </a:r>
            <a:r>
              <a:rPr lang="gu-IN" sz="2300" dirty="0" smtClean="0">
                <a:solidFill>
                  <a:srgbClr val="0000CC"/>
                </a:solidFill>
                <a:latin typeface="Arial" panose="020B0604020202020204" pitchFamily="34" charset="0"/>
                <a:ea typeface="Calibri" panose="020F0502020204030204" pitchFamily="34" charset="0"/>
              </a:rPr>
              <a:t>ગયા </a:t>
            </a:r>
            <a:r>
              <a:rPr lang="gu-IN" sz="2300" dirty="0">
                <a:solidFill>
                  <a:srgbClr val="0000CC"/>
                </a:solidFill>
                <a:latin typeface="Arial" panose="020B0604020202020204" pitchFamily="34" charset="0"/>
                <a:ea typeface="Calibri" panose="020F0502020204030204" pitchFamily="34" charset="0"/>
              </a:rPr>
              <a:t>ઉનાળાની રજામાં મેં </a:t>
            </a:r>
            <a:r>
              <a:rPr lang="gu-IN" sz="2300" dirty="0" smtClean="0">
                <a:solidFill>
                  <a:srgbClr val="0000CC"/>
                </a:solidFill>
                <a:latin typeface="Arial" panose="020B0604020202020204" pitchFamily="34" charset="0"/>
                <a:ea typeface="Calibri" panose="020F0502020204030204" pitchFamily="34" charset="0"/>
              </a:rPr>
              <a:t>એક </a:t>
            </a:r>
            <a:r>
              <a:rPr lang="gu-IN" sz="2300" dirty="0">
                <a:solidFill>
                  <a:srgbClr val="0000CC"/>
                </a:solidFill>
                <a:latin typeface="Arial" panose="020B0604020202020204" pitchFamily="34" charset="0"/>
                <a:ea typeface="Calibri" panose="020F0502020204030204" pitchFamily="34" charset="0"/>
              </a:rPr>
              <a:t>ઓનલાઇન કંપની સાથે </a:t>
            </a:r>
            <a:r>
              <a:rPr lang="gu-IN" sz="2300" dirty="0" smtClean="0">
                <a:solidFill>
                  <a:srgbClr val="0000CC"/>
                </a:solidFill>
                <a:latin typeface="Arial" panose="020B0604020202020204" pitchFamily="34" charset="0"/>
                <a:ea typeface="Calibri" panose="020F0502020204030204" pitchFamily="34" charset="0"/>
              </a:rPr>
              <a:t>કામ </a:t>
            </a:r>
            <a:r>
              <a:rPr lang="gu-IN" sz="2300" dirty="0">
                <a:solidFill>
                  <a:srgbClr val="0000CC"/>
                </a:solidFill>
                <a:latin typeface="Arial" panose="020B0604020202020204" pitchFamily="34" charset="0"/>
                <a:ea typeface="Calibri" panose="020F0502020204030204" pitchFamily="34" charset="0"/>
              </a:rPr>
              <a:t>કર્યું હતું </a:t>
            </a:r>
            <a:r>
              <a:rPr lang="gu-IN" sz="2300" dirty="0" smtClean="0">
                <a:solidFill>
                  <a:srgbClr val="0000CC"/>
                </a:solidFill>
                <a:latin typeface="Arial" panose="020B0604020202020204" pitchFamily="34" charset="0"/>
                <a:ea typeface="Calibri" panose="020F0502020204030204" pitchFamily="34" charset="0"/>
              </a:rPr>
              <a:t>જેમાંથી </a:t>
            </a:r>
            <a:r>
              <a:rPr lang="gu-IN" sz="2300" dirty="0">
                <a:solidFill>
                  <a:srgbClr val="0000CC"/>
                </a:solidFill>
                <a:latin typeface="Arial" panose="020B0604020202020204" pitchFamily="34" charset="0"/>
                <a:ea typeface="Calibri" panose="020F0502020204030204" pitchFamily="34" charset="0"/>
              </a:rPr>
              <a:t>મને ગ્રાહકોની સાથે વાતચીત કરવાની અને વસ્તુઓની માહિતી આપવાની કળા શીખવા </a:t>
            </a:r>
            <a:r>
              <a:rPr lang="gu-IN" sz="2300" dirty="0" smtClean="0">
                <a:solidFill>
                  <a:srgbClr val="0000CC"/>
                </a:solidFill>
                <a:latin typeface="Arial" panose="020B0604020202020204" pitchFamily="34" charset="0"/>
                <a:ea typeface="Calibri" panose="020F0502020204030204" pitchFamily="34" charset="0"/>
              </a:rPr>
              <a:t>મળી હતી. </a:t>
            </a:r>
          </a:p>
          <a:p>
            <a:pPr>
              <a:lnSpc>
                <a:spcPct val="107000"/>
              </a:lnSpc>
              <a:spcBef>
                <a:spcPts val="0"/>
              </a:spcBef>
              <a:spcAft>
                <a:spcPts val="300"/>
              </a:spcAft>
              <a:tabLst>
                <a:tab pos="357188" algn="l"/>
                <a:tab pos="989013" algn="l"/>
              </a:tabLst>
            </a:pPr>
            <a:r>
              <a:rPr lang="en-GB" sz="2300" dirty="0">
                <a:solidFill>
                  <a:srgbClr val="990099"/>
                </a:solidFill>
                <a:latin typeface="Arial" panose="020B0604020202020204" pitchFamily="34" charset="0"/>
                <a:ea typeface="Calibri" panose="020F0502020204030204" pitchFamily="34" charset="0"/>
                <a:cs typeface="Arial" panose="020B0604020202020204" pitchFamily="34" charset="0"/>
              </a:rPr>
              <a:t>4</a:t>
            </a:r>
            <a:r>
              <a:rPr lang="gu-IN" sz="2300" dirty="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300" dirty="0">
                <a:solidFill>
                  <a:srgbClr val="990099"/>
                </a:solidFill>
                <a:latin typeface="Arial" panose="020B0604020202020204" pitchFamily="34" charset="0"/>
                <a:ea typeface="Calibri" panose="020F0502020204030204" pitchFamily="34" charset="0"/>
                <a:cs typeface="Arial" panose="020B0604020202020204" pitchFamily="34" charset="0"/>
              </a:rPr>
              <a:t>(C)</a:t>
            </a:r>
            <a:r>
              <a:rPr lang="gu-IN" sz="2300" dirty="0">
                <a:solidFill>
                  <a:srgbClr val="990099"/>
                </a:solidFill>
                <a:latin typeface="Arial" panose="020B0604020202020204" pitchFamily="34" charset="0"/>
                <a:ea typeface="Calibri" panose="020F0502020204030204" pitchFamily="34" charset="0"/>
                <a:cs typeface="Arial" panose="020B0604020202020204" pitchFamily="34" charset="0"/>
              </a:rPr>
              <a:t>	</a:t>
            </a:r>
            <a:r>
              <a:rPr lang="gu-IN" sz="2300" dirty="0">
                <a:solidFill>
                  <a:srgbClr val="990099"/>
                </a:solidFill>
                <a:latin typeface="Arial" panose="020B0604020202020204" pitchFamily="34" charset="0"/>
              </a:rPr>
              <a:t>ભવિષ્યમાં જે પ્રકારનું કામ કરવા તમે ઈચ્છો છો </a:t>
            </a:r>
            <a:endParaRPr lang="en-GB" sz="2300" dirty="0">
              <a:solidFill>
                <a:srgbClr val="990099"/>
              </a:solidFill>
              <a:latin typeface="Arial" panose="020B0604020202020204" pitchFamily="34" charset="0"/>
              <a:cs typeface="Arial" panose="020B0604020202020204" pitchFamily="34" charset="0"/>
            </a:endParaRPr>
          </a:p>
          <a:p>
            <a:pPr>
              <a:lnSpc>
                <a:spcPct val="107000"/>
              </a:lnSpc>
              <a:spcBef>
                <a:spcPts val="0"/>
              </a:spcBef>
              <a:spcAft>
                <a:spcPts val="300"/>
              </a:spcAft>
              <a:tabLst>
                <a:tab pos="357188" algn="l"/>
                <a:tab pos="989013" algn="l"/>
              </a:tabLst>
            </a:pPr>
            <a:r>
              <a:rPr lang="en-GB" sz="2300" b="1" dirty="0">
                <a:solidFill>
                  <a:srgbClr val="990099"/>
                </a:solidFill>
                <a:latin typeface="Arial" panose="020B0604020202020204" pitchFamily="34" charset="0"/>
                <a:ea typeface="Calibri" panose="020F0502020204030204" pitchFamily="34" charset="0"/>
                <a:cs typeface="Arial" panose="020B0604020202020204" pitchFamily="34" charset="0"/>
              </a:rPr>
              <a:t>(E)</a:t>
            </a:r>
            <a:r>
              <a:rPr lang="gu-IN" sz="2300" b="1" dirty="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gu-IN" sz="2300" b="1" dirty="0">
                <a:solidFill>
                  <a:srgbClr val="990099"/>
                </a:solidFill>
                <a:latin typeface="Arial" panose="020B0604020202020204" pitchFamily="34" charset="0"/>
              </a:rPr>
              <a:t>ભવિષ્યમાં કેવા પ્રકારનું કામ કરવા તમે ઈચ્છો છો? </a:t>
            </a:r>
            <a:r>
              <a:rPr lang="en-GB" sz="2300" b="1" dirty="0" smtClean="0">
                <a:solidFill>
                  <a:srgbClr val="990099"/>
                </a:solidFill>
                <a:latin typeface="Arial" panose="020B0604020202020204" pitchFamily="34" charset="0"/>
                <a:cs typeface="Arial" panose="020B0604020202020204" pitchFamily="34" charset="0"/>
              </a:rPr>
              <a:t> </a:t>
            </a:r>
            <a:r>
              <a:rPr lang="es-ES_tradnl" sz="2300" b="1" dirty="0" smtClean="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શા માટે</a:t>
            </a:r>
            <a:r>
              <a:rPr lang="es-ES_tradnl" sz="2300" b="1" dirty="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બીજું કાંઈ</a:t>
            </a:r>
            <a:r>
              <a:rPr lang="en-GB" sz="2300" b="1" dirty="0">
                <a:solidFill>
                  <a:srgbClr val="990099"/>
                </a:solidFill>
                <a:latin typeface="Arial" panose="020B0604020202020204" pitchFamily="34" charset="0"/>
                <a:cs typeface="Arial" panose="020B0604020202020204" pitchFamily="34" charset="0"/>
              </a:rPr>
              <a:t>?</a:t>
            </a:r>
            <a:r>
              <a:rPr lang="es-ES_tradnl" sz="2300" b="1" dirty="0">
                <a:solidFill>
                  <a:srgbClr val="990099"/>
                </a:solidFill>
                <a:latin typeface="Arial" panose="020B0604020202020204" pitchFamily="34" charset="0"/>
                <a:cs typeface="Arial" panose="020B0604020202020204" pitchFamily="34" charset="0"/>
              </a:rPr>
              <a:t>] </a:t>
            </a:r>
            <a:endParaRPr lang="en-GB" sz="2300" b="1" dirty="0">
              <a:solidFill>
                <a:srgbClr val="990099"/>
              </a:solidFill>
              <a:latin typeface="Arial" panose="020B0604020202020204" pitchFamily="34" charset="0"/>
              <a:cs typeface="Arial" panose="020B0604020202020204" pitchFamily="34" charset="0"/>
            </a:endParaRPr>
          </a:p>
          <a:p>
            <a:pPr>
              <a:lnSpc>
                <a:spcPct val="107000"/>
              </a:lnSpc>
              <a:spcBef>
                <a:spcPts val="0"/>
              </a:spcBef>
              <a:spcAft>
                <a:spcPts val="300"/>
              </a:spcAft>
              <a:tabLst>
                <a:tab pos="357188" algn="l"/>
                <a:tab pos="989013" algn="l"/>
              </a:tabLst>
            </a:pPr>
            <a:r>
              <a:rPr lang="en-GB" sz="2300" b="1" dirty="0">
                <a:solidFill>
                  <a:srgbClr val="990099"/>
                </a:solidFill>
                <a:latin typeface="Arial" panose="020B0604020202020204" pitchFamily="34" charset="0"/>
                <a:ea typeface="Calibri" panose="020F0502020204030204" pitchFamily="34" charset="0"/>
                <a:cs typeface="Arial" panose="020B0604020202020204" pitchFamily="34" charset="0"/>
              </a:rPr>
              <a:t>Possible candidate </a:t>
            </a:r>
            <a:r>
              <a:rPr lang="en-GB" sz="2300" b="1" dirty="0" smtClean="0">
                <a:solidFill>
                  <a:srgbClr val="990099"/>
                </a:solidFill>
                <a:latin typeface="Arial" panose="020B0604020202020204" pitchFamily="34" charset="0"/>
                <a:ea typeface="Calibri" panose="020F0502020204030204" pitchFamily="34" charset="0"/>
                <a:cs typeface="Arial" panose="020B0604020202020204" pitchFamily="34" charset="0"/>
              </a:rPr>
              <a:t>Response</a:t>
            </a:r>
            <a:endParaRPr lang="en-GB" sz="2300" b="1" dirty="0">
              <a:solidFill>
                <a:srgbClr val="990099"/>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0"/>
              </a:spcBef>
              <a:spcAft>
                <a:spcPts val="1000"/>
              </a:spcAft>
              <a:tabLst>
                <a:tab pos="357188" algn="l"/>
                <a:tab pos="989013" algn="l"/>
              </a:tabLst>
            </a:pPr>
            <a:r>
              <a:rPr lang="en-GB" sz="2300" dirty="0" smtClean="0">
                <a:solidFill>
                  <a:srgbClr val="990099"/>
                </a:solidFill>
                <a:latin typeface="Arial" panose="020B0604020202020204" pitchFamily="34" charset="0"/>
                <a:ea typeface="Calibri" panose="020F0502020204030204" pitchFamily="34" charset="0"/>
                <a:cs typeface="Arial" panose="020B0604020202020204" pitchFamily="34" charset="0"/>
              </a:rPr>
              <a:t>C - </a:t>
            </a:r>
            <a:r>
              <a:rPr lang="gu-IN"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ભવિષ્યમાં </a:t>
            </a:r>
            <a:r>
              <a:rPr lang="gu-IN" sz="2300" dirty="0">
                <a:solidFill>
                  <a:srgbClr val="990099"/>
                </a:solidFill>
                <a:latin typeface="Arial" panose="020B0604020202020204" pitchFamily="34" charset="0"/>
                <a:ea typeface="Calibri" panose="020F0502020204030204" pitchFamily="34" charset="0"/>
                <a:cs typeface="Nirmala UI" panose="020B0502040204020203" pitchFamily="34" charset="0"/>
              </a:rPr>
              <a:t>મને દાંતના દાક્તર બનવું છે કારણ કે તે કામમાં ઊંચો પગાર મળે, સમાજમાં માન પણ મળે છે અને હું મારું પોતાનું દવાખાનું પણ ખોલી શકું</a:t>
            </a:r>
            <a:r>
              <a:rPr lang="gu-IN"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a:t>
            </a:r>
            <a:endParaRPr lang="en-GB" sz="2500" dirty="0">
              <a:solidFill>
                <a:srgbClr val="0000CC"/>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88839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18</a:t>
            </a:fld>
            <a:endParaRPr lang="en-GB" dirty="0" smtClean="0"/>
          </a:p>
        </p:txBody>
      </p:sp>
      <p:sp>
        <p:nvSpPr>
          <p:cNvPr id="11" name="Rectangle 2"/>
          <p:cNvSpPr>
            <a:spLocks noGrp="1" noChangeArrowheads="1"/>
          </p:cNvSpPr>
          <p:nvPr>
            <p:ph type="title"/>
          </p:nvPr>
        </p:nvSpPr>
        <p:spPr>
          <a:xfrm>
            <a:off x="381000" y="535919"/>
            <a:ext cx="9309232" cy="685800"/>
          </a:xfrm>
        </p:spPr>
        <p:txBody>
          <a:bodyPr/>
          <a:lstStyle/>
          <a:p>
            <a:r>
              <a:rPr lang="en-GB" sz="2800"/>
              <a:t>Pearson 2023 - Task 2 - (F) Picture Card FP3 - Work</a:t>
            </a:r>
            <a:endParaRPr lang="en-GB" sz="2800" dirty="0"/>
          </a:p>
        </p:txBody>
      </p:sp>
      <p:sp>
        <p:nvSpPr>
          <p:cNvPr id="2" name="Rectangle 1"/>
          <p:cNvSpPr/>
          <p:nvPr/>
        </p:nvSpPr>
        <p:spPr>
          <a:xfrm>
            <a:off x="463616" y="1465809"/>
            <a:ext cx="8947084" cy="3433248"/>
          </a:xfrm>
          <a:prstGeom prst="rect">
            <a:avLst/>
          </a:prstGeom>
        </p:spPr>
        <p:txBody>
          <a:bodyPr wrap="square">
            <a:spAutoFit/>
          </a:bodyPr>
          <a:lstStyle/>
          <a:p>
            <a:pPr marR="0" lvl="0">
              <a:lnSpc>
                <a:spcPct val="110000"/>
              </a:lnSpc>
              <a:spcBef>
                <a:spcPts val="800"/>
              </a:spcBef>
              <a:spcAft>
                <a:spcPts val="800"/>
              </a:spcAft>
              <a:tabLst>
                <a:tab pos="357188" algn="l"/>
                <a:tab pos="989013" algn="l"/>
              </a:tabLst>
            </a:pPr>
            <a:r>
              <a:rPr lang="en-GB"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5</a:t>
            </a:r>
            <a:r>
              <a:rPr lang="gu-IN" sz="23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300" dirty="0">
                <a:solidFill>
                  <a:srgbClr val="990099"/>
                </a:solidFill>
                <a:latin typeface="Arial" panose="020B0604020202020204" pitchFamily="34" charset="0"/>
                <a:ea typeface="Calibri" panose="020F0502020204030204" pitchFamily="34" charset="0"/>
                <a:cs typeface="Arial" panose="020B0604020202020204" pitchFamily="34" charset="0"/>
              </a:rPr>
              <a:t>(</a:t>
            </a:r>
            <a:r>
              <a:rPr lang="en-GB" sz="2300" dirty="0" smtClean="0">
                <a:solidFill>
                  <a:srgbClr val="990099"/>
                </a:solidFill>
                <a:latin typeface="Arial" panose="020B0604020202020204" pitchFamily="34" charset="0"/>
                <a:ea typeface="Calibri" panose="020F0502020204030204" pitchFamily="34" charset="0"/>
                <a:cs typeface="Arial" panose="020B0604020202020204" pitchFamily="34" charset="0"/>
              </a:rPr>
              <a:t>C)	</a:t>
            </a:r>
            <a:r>
              <a:rPr lang="gu-IN" sz="2300" dirty="0" smtClean="0">
                <a:solidFill>
                  <a:srgbClr val="990099"/>
                </a:solidFill>
              </a:rPr>
              <a:t>રજામાં </a:t>
            </a:r>
            <a:r>
              <a:rPr lang="gu-IN" sz="2300" dirty="0">
                <a:solidFill>
                  <a:srgbClr val="990099"/>
                </a:solidFill>
              </a:rPr>
              <a:t>કામ કરવા વિશે તમારો </a:t>
            </a:r>
            <a:r>
              <a:rPr lang="gu-IN" sz="2300" dirty="0" smtClean="0">
                <a:solidFill>
                  <a:srgbClr val="990099"/>
                </a:solidFill>
              </a:rPr>
              <a:t>અભિપ્રાય</a:t>
            </a:r>
            <a:endParaRPr lang="en-GB" sz="2300" dirty="0" smtClean="0">
              <a:solidFill>
                <a:srgbClr val="990099"/>
              </a:solidFill>
            </a:endParaRPr>
          </a:p>
          <a:p>
            <a:pPr marL="357188" lvl="0" indent="-357188" fontAlgn="auto">
              <a:lnSpc>
                <a:spcPct val="110000"/>
              </a:lnSpc>
              <a:spcBef>
                <a:spcPts val="800"/>
              </a:spcBef>
              <a:spcAft>
                <a:spcPts val="800"/>
              </a:spcAft>
              <a:tabLst>
                <a:tab pos="357188" algn="l"/>
                <a:tab pos="989013" algn="l"/>
              </a:tabLst>
              <a:defRPr/>
            </a:pPr>
            <a:r>
              <a:rPr lang="en-GB" sz="2300" b="1"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	(E)	</a:t>
            </a:r>
            <a:r>
              <a:rPr lang="gu-IN" sz="2300" b="1" dirty="0" smtClean="0">
                <a:solidFill>
                  <a:srgbClr val="990099"/>
                </a:solidFill>
                <a:latin typeface="Arial" panose="020B0604020202020204" pitchFamily="34" charset="0"/>
              </a:rPr>
              <a:t>રજામાં </a:t>
            </a:r>
            <a:r>
              <a:rPr lang="gu-IN" sz="2300" b="1" dirty="0">
                <a:solidFill>
                  <a:srgbClr val="990099"/>
                </a:solidFill>
                <a:latin typeface="Arial" panose="020B0604020202020204" pitchFamily="34" charset="0"/>
              </a:rPr>
              <a:t>કામ કરવા વિશે તમારો શું અભિપ્રાય છે</a:t>
            </a:r>
            <a:r>
              <a:rPr lang="en-GB" sz="2300" b="1" dirty="0">
                <a:solidFill>
                  <a:srgbClr val="990099"/>
                </a:solidFill>
                <a:latin typeface="Arial" panose="020B0604020202020204" pitchFamily="34" charset="0"/>
                <a:cs typeface="Arial" panose="020B0604020202020204" pitchFamily="34" charset="0"/>
              </a:rPr>
              <a:t>?</a:t>
            </a:r>
            <a:br>
              <a:rPr lang="en-GB" sz="2300" b="1" dirty="0">
                <a:solidFill>
                  <a:srgbClr val="990099"/>
                </a:solidFill>
                <a:latin typeface="Arial" panose="020B0604020202020204" pitchFamily="34" charset="0"/>
                <a:cs typeface="Arial" panose="020B0604020202020204" pitchFamily="34" charset="0"/>
              </a:rPr>
            </a:br>
            <a:r>
              <a:rPr lang="en-GB" sz="2300" b="1" dirty="0" smtClean="0">
                <a:solidFill>
                  <a:srgbClr val="990099"/>
                </a:solidFill>
                <a:latin typeface="Arial" panose="020B0604020202020204" pitchFamily="34" charset="0"/>
                <a:cs typeface="Arial" panose="020B0604020202020204" pitchFamily="34" charset="0"/>
              </a:rPr>
              <a:t>	</a:t>
            </a:r>
            <a:r>
              <a:rPr lang="es-ES_tradnl" sz="2300" b="1" dirty="0" smtClean="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શા માટે</a:t>
            </a:r>
            <a:r>
              <a:rPr lang="es-ES_tradnl" sz="2300" b="1" dirty="0">
                <a:solidFill>
                  <a:srgbClr val="990099"/>
                </a:solidFill>
                <a:latin typeface="Arial" panose="020B0604020202020204" pitchFamily="34" charset="0"/>
                <a:cs typeface="Arial" panose="020B0604020202020204" pitchFamily="34" charset="0"/>
              </a:rPr>
              <a:t>?/</a:t>
            </a:r>
            <a:r>
              <a:rPr lang="gu-IN" sz="2300" b="1" dirty="0">
                <a:solidFill>
                  <a:srgbClr val="990099"/>
                </a:solidFill>
                <a:latin typeface="Arial" panose="020B0604020202020204" pitchFamily="34" charset="0"/>
              </a:rPr>
              <a:t>બીજું કાંઈ</a:t>
            </a:r>
            <a:r>
              <a:rPr lang="en-GB" sz="2300" b="1" dirty="0">
                <a:solidFill>
                  <a:srgbClr val="990099"/>
                </a:solidFill>
                <a:latin typeface="Arial" panose="020B0604020202020204" pitchFamily="34" charset="0"/>
                <a:cs typeface="Arial" panose="020B0604020202020204" pitchFamily="34" charset="0"/>
              </a:rPr>
              <a:t>?</a:t>
            </a:r>
            <a:r>
              <a:rPr lang="es-ES_tradnl" sz="2300" b="1" dirty="0">
                <a:solidFill>
                  <a:srgbClr val="990099"/>
                </a:solidFill>
                <a:latin typeface="Arial" panose="020B0604020202020204" pitchFamily="34" charset="0"/>
                <a:cs typeface="Arial" panose="020B0604020202020204" pitchFamily="34" charset="0"/>
              </a:rPr>
              <a:t>] </a:t>
            </a:r>
            <a:endParaRPr lang="en-GB" sz="2300" b="1" dirty="0">
              <a:solidFill>
                <a:srgbClr val="990099"/>
              </a:solidFill>
              <a:latin typeface="Arial" panose="020B0604020202020204" pitchFamily="34" charset="0"/>
              <a:cs typeface="Arial" panose="020B0604020202020204" pitchFamily="34" charset="0"/>
            </a:endParaRPr>
          </a:p>
          <a:p>
            <a:pPr>
              <a:lnSpc>
                <a:spcPct val="110000"/>
              </a:lnSpc>
              <a:spcBef>
                <a:spcPts val="800"/>
              </a:spcBef>
              <a:spcAft>
                <a:spcPts val="800"/>
              </a:spcAft>
              <a:tabLst>
                <a:tab pos="357188" algn="l"/>
                <a:tab pos="989013" algn="l"/>
              </a:tabLst>
            </a:pPr>
            <a:r>
              <a:rPr lang="en-GB" sz="23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Possible </a:t>
            </a:r>
            <a:r>
              <a:rPr lang="en-GB" sz="2300" b="1" dirty="0">
                <a:solidFill>
                  <a:srgbClr val="0000CC"/>
                </a:solidFill>
                <a:latin typeface="Arial" panose="020B0604020202020204" pitchFamily="34" charset="0"/>
                <a:ea typeface="Calibri" panose="020F0502020204030204" pitchFamily="34" charset="0"/>
                <a:cs typeface="Nirmala UI" panose="020B0502040204020203" pitchFamily="34" charset="0"/>
              </a:rPr>
              <a:t>candidate </a:t>
            </a:r>
            <a:r>
              <a:rPr lang="en-GB" sz="23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Response</a:t>
            </a:r>
          </a:p>
          <a:p>
            <a:pPr>
              <a:lnSpc>
                <a:spcPct val="110000"/>
              </a:lnSpc>
              <a:spcBef>
                <a:spcPts val="800"/>
              </a:spcBef>
              <a:spcAft>
                <a:spcPts val="800"/>
              </a:spcAft>
              <a:tabLst>
                <a:tab pos="989013" algn="l"/>
              </a:tabLst>
            </a:pPr>
            <a:r>
              <a:rPr lang="en-GB"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C -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મને લાગે છે કે રજામાં </a:t>
            </a:r>
            <a:r>
              <a:rPr lang="gu-IN" sz="2300" dirty="0">
                <a:solidFill>
                  <a:srgbClr val="0000CC"/>
                </a:solidFill>
                <a:latin typeface="Arial" panose="020B0604020202020204" pitchFamily="34" charset="0"/>
                <a:ea typeface="Calibri" panose="020F0502020204030204" pitchFamily="34" charset="0"/>
                <a:cs typeface="Nirmala UI" panose="020B0502040204020203" pitchFamily="34" charset="0"/>
              </a:rPr>
              <a:t>કામ કરવું જોઈએ જેથી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તેનો </a:t>
            </a:r>
            <a:r>
              <a:rPr lang="gu-IN" sz="2300" dirty="0">
                <a:solidFill>
                  <a:srgbClr val="0000CC"/>
                </a:solidFill>
                <a:latin typeface="Arial" panose="020B0604020202020204" pitchFamily="34" charset="0"/>
                <a:ea typeface="Calibri" panose="020F0502020204030204" pitchFamily="34" charset="0"/>
                <a:cs typeface="Nirmala UI" panose="020B0502040204020203" pitchFamily="34" charset="0"/>
              </a:rPr>
              <a:t>અનુભવ મળે, સમયનો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સદઉપયોગ થાય અને </a:t>
            </a:r>
            <a:r>
              <a:rPr lang="gu-IN" sz="2300" dirty="0">
                <a:solidFill>
                  <a:srgbClr val="0000CC"/>
                </a:solidFill>
                <a:latin typeface="Arial" panose="020B0604020202020204" pitchFamily="34" charset="0"/>
                <a:ea typeface="Calibri" panose="020F0502020204030204" pitchFamily="34" charset="0"/>
                <a:cs typeface="Nirmala UI" panose="020B0502040204020203" pitchFamily="34" charset="0"/>
              </a:rPr>
              <a:t>પૈસાની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આવક પણ થાય.</a:t>
            </a:r>
            <a:r>
              <a:rPr lang="en-GB"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સાથે સાથે</a:t>
            </a:r>
            <a:r>
              <a:rPr lang="en-GB"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 ભવિષ્યની કારકિર્દી માટે પણ ઉપયોગી </a:t>
            </a:r>
            <a:r>
              <a:rPr lang="gu-IN" sz="2300" dirty="0">
                <a:solidFill>
                  <a:srgbClr val="0000CC"/>
                </a:solidFill>
                <a:latin typeface="Arial" panose="020B0604020202020204" pitchFamily="34" charset="0"/>
                <a:ea typeface="Calibri" panose="020F0502020204030204" pitchFamily="34" charset="0"/>
                <a:cs typeface="Nirmala UI" panose="020B0502040204020203" pitchFamily="34" charset="0"/>
              </a:rPr>
              <a:t>થઈ </a:t>
            </a:r>
            <a:r>
              <a:rPr lang="gu-IN" sz="23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શકે.</a:t>
            </a:r>
            <a:endParaRPr lang="en-GB" sz="2300" dirty="0">
              <a:solidFill>
                <a:srgbClr val="0000CC"/>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6118742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19</a:t>
            </a:fld>
            <a:endParaRPr lang="en-GB" dirty="0" smtClean="0"/>
          </a:p>
        </p:txBody>
      </p:sp>
      <p:sp>
        <p:nvSpPr>
          <p:cNvPr id="11" name="Rectangle 2"/>
          <p:cNvSpPr>
            <a:spLocks noGrp="1" noChangeArrowheads="1"/>
          </p:cNvSpPr>
          <p:nvPr>
            <p:ph type="title"/>
          </p:nvPr>
        </p:nvSpPr>
        <p:spPr>
          <a:xfrm>
            <a:off x="381000" y="535919"/>
            <a:ext cx="9309232" cy="685800"/>
          </a:xfrm>
        </p:spPr>
        <p:txBody>
          <a:bodyPr/>
          <a:lstStyle/>
          <a:p>
            <a:r>
              <a:rPr lang="en-GB" sz="2400" dirty="0" smtClean="0"/>
              <a:t>Pearson 2022 - Task </a:t>
            </a:r>
            <a:r>
              <a:rPr lang="en-GB" sz="2400" dirty="0"/>
              <a:t>2 </a:t>
            </a:r>
            <a:r>
              <a:rPr lang="en-GB" sz="2400" dirty="0" smtClean="0"/>
              <a:t>– (H) Picture </a:t>
            </a:r>
            <a:r>
              <a:rPr lang="en-GB" sz="2400" dirty="0"/>
              <a:t>Card </a:t>
            </a:r>
            <a:r>
              <a:rPr lang="en-GB" sz="2400" dirty="0" smtClean="0"/>
              <a:t>HP4 </a:t>
            </a:r>
            <a:r>
              <a:rPr lang="en-GB" sz="2400" dirty="0"/>
              <a:t>– </a:t>
            </a:r>
            <a:r>
              <a:rPr lang="en-GB" sz="2400" dirty="0" smtClean="0"/>
              <a:t>Ambitions</a:t>
            </a:r>
            <a:endParaRPr lang="en-GB" sz="2400" dirty="0"/>
          </a:p>
        </p:txBody>
      </p:sp>
      <p:pic>
        <p:nvPicPr>
          <p:cNvPr id="2" name="Picture 1"/>
          <p:cNvPicPr>
            <a:picLocks noChangeAspect="1"/>
          </p:cNvPicPr>
          <p:nvPr/>
        </p:nvPicPr>
        <p:blipFill>
          <a:blip r:embed="rId3"/>
          <a:stretch>
            <a:fillRect/>
          </a:stretch>
        </p:blipFill>
        <p:spPr>
          <a:xfrm>
            <a:off x="1659306" y="1447800"/>
            <a:ext cx="6587388" cy="4377516"/>
          </a:xfrm>
          <a:prstGeom prst="rect">
            <a:avLst/>
          </a:prstGeom>
        </p:spPr>
      </p:pic>
    </p:spTree>
    <p:extLst>
      <p:ext uri="{BB962C8B-B14F-4D97-AF65-F5344CB8AC3E}">
        <p14:creationId xmlns:p14="http://schemas.microsoft.com/office/powerpoint/2010/main" val="18223306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20</a:t>
            </a:fld>
            <a:endParaRPr lang="en-GB" dirty="0" smtClean="0"/>
          </a:p>
        </p:txBody>
      </p:sp>
      <p:sp>
        <p:nvSpPr>
          <p:cNvPr id="11" name="Rectangle 2"/>
          <p:cNvSpPr>
            <a:spLocks noGrp="1" noChangeArrowheads="1"/>
          </p:cNvSpPr>
          <p:nvPr>
            <p:ph type="title"/>
          </p:nvPr>
        </p:nvSpPr>
        <p:spPr>
          <a:xfrm>
            <a:off x="381000" y="710738"/>
            <a:ext cx="9309232" cy="535919"/>
          </a:xfrm>
        </p:spPr>
        <p:txBody>
          <a:bodyPr/>
          <a:lstStyle/>
          <a:p>
            <a:r>
              <a:rPr lang="en-GB" sz="2400" dirty="0"/>
              <a:t>Pearson 2022 - Task 2 </a:t>
            </a:r>
            <a:r>
              <a:rPr lang="en-GB" sz="2400" dirty="0" smtClean="0"/>
              <a:t>- </a:t>
            </a:r>
            <a:r>
              <a:rPr lang="en-GB" sz="2400" dirty="0"/>
              <a:t>(H) Picture Card HP4 </a:t>
            </a:r>
            <a:r>
              <a:rPr lang="en-GB" sz="2400" dirty="0" smtClean="0"/>
              <a:t>- </a:t>
            </a:r>
            <a:r>
              <a:rPr lang="en-GB" sz="2400" dirty="0"/>
              <a:t>Ambitions</a:t>
            </a:r>
          </a:p>
        </p:txBody>
      </p:sp>
      <p:sp>
        <p:nvSpPr>
          <p:cNvPr id="2" name="Rectangle 1"/>
          <p:cNvSpPr/>
          <p:nvPr/>
        </p:nvSpPr>
        <p:spPr>
          <a:xfrm>
            <a:off x="241432" y="1364670"/>
            <a:ext cx="9448800" cy="4752198"/>
          </a:xfrm>
          <a:prstGeom prst="rect">
            <a:avLst/>
          </a:prstGeom>
        </p:spPr>
        <p:txBody>
          <a:bodyPr wrap="square">
            <a:spAutoFit/>
          </a:bodyPr>
          <a:lstStyle/>
          <a:p>
            <a:pPr>
              <a:lnSpc>
                <a:spcPct val="107000"/>
              </a:lnSpc>
              <a:spcBef>
                <a:spcPts val="0"/>
              </a:spcBef>
              <a:spcAft>
                <a:spcPts val="300"/>
              </a:spcAft>
              <a:buAutoNum type="arabicPeriod"/>
              <a:tabLst>
                <a:tab pos="571500" algn="l"/>
              </a:tabLst>
            </a:pP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(C)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ફોટાનું</a:t>
            </a:r>
            <a:r>
              <a:rPr lang="gu-IN" sz="2200" dirty="0" smtClean="0">
                <a:solidFill>
                  <a:srgbClr val="990099"/>
                </a:solidFill>
                <a:latin typeface="Arial" panose="020B0604020202020204" pitchFamily="34" charset="0"/>
                <a:ea typeface="Calibri" panose="020F0502020204030204" pitchFamily="34" charset="0"/>
              </a:rPr>
              <a:t>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વર્ણન</a:t>
            </a:r>
            <a:r>
              <a:rPr lang="gu-IN" sz="2200" dirty="0">
                <a:solidFill>
                  <a:srgbClr val="990099"/>
                </a:solidFill>
                <a:latin typeface="Arial" panose="020B0604020202020204" pitchFamily="34" charset="0"/>
                <a:ea typeface="Calibri" panose="020F0502020204030204" pitchFamily="34" charset="0"/>
              </a:rPr>
              <a:t> </a:t>
            </a: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	</a:t>
            </a:r>
            <a:r>
              <a:rPr lang="gu-IN"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 </a:t>
            </a:r>
            <a:r>
              <a:rPr lang="en-GB" sz="2200" b="1" dirty="0" smtClean="0">
                <a:solidFill>
                  <a:srgbClr val="990099"/>
                </a:solidFill>
                <a:latin typeface="Arial" panose="020B0604020202020204" pitchFamily="34" charset="0"/>
                <a:ea typeface="Calibri" panose="020F0502020204030204" pitchFamily="34" charset="0"/>
                <a:cs typeface="Arial" panose="020B0604020202020204" pitchFamily="34" charset="0"/>
              </a:rPr>
              <a:t>(E) </a:t>
            </a:r>
            <a:r>
              <a:rPr lang="gu-IN" sz="2200" b="1" dirty="0" smtClean="0">
                <a:solidFill>
                  <a:srgbClr val="990099"/>
                </a:solidFill>
                <a:latin typeface="Arial" panose="020B0604020202020204" pitchFamily="34" charset="0"/>
              </a:rPr>
              <a:t>આ </a:t>
            </a:r>
            <a:r>
              <a:rPr lang="gu-IN" sz="2200" b="1" dirty="0">
                <a:solidFill>
                  <a:srgbClr val="990099"/>
                </a:solidFill>
                <a:latin typeface="Arial" panose="020B0604020202020204" pitchFamily="34" charset="0"/>
              </a:rPr>
              <a:t>ફોટાનું વર્ણન કરો</a:t>
            </a:r>
            <a:r>
              <a:rPr lang="pt-BR" sz="2200" b="1" dirty="0" smtClean="0">
                <a:solidFill>
                  <a:srgbClr val="990099"/>
                </a:solidFill>
                <a:latin typeface="Arial" panose="020B0604020202020204" pitchFamily="34" charset="0"/>
                <a:cs typeface="Arial" panose="020B0604020202020204" pitchFamily="34" charset="0"/>
              </a:rPr>
              <a:t>.  [</a:t>
            </a:r>
            <a:r>
              <a:rPr lang="gu-IN" sz="2200" b="1" dirty="0">
                <a:solidFill>
                  <a:srgbClr val="990099"/>
                </a:solidFill>
                <a:latin typeface="Arial" panose="020B0604020202020204" pitchFamily="34" charset="0"/>
              </a:rPr>
              <a:t>બીજું કાંઈ</a:t>
            </a:r>
            <a:r>
              <a:rPr lang="en-GB" sz="2200" b="1" dirty="0">
                <a:solidFill>
                  <a:srgbClr val="990099"/>
                </a:solidFill>
                <a:latin typeface="Arial" panose="020B0604020202020204" pitchFamily="34" charset="0"/>
                <a:cs typeface="Arial" panose="020B0604020202020204" pitchFamily="34" charset="0"/>
              </a:rPr>
              <a:t>?</a:t>
            </a:r>
            <a:r>
              <a:rPr lang="pt-BR" sz="2200" b="1" dirty="0">
                <a:solidFill>
                  <a:srgbClr val="990099"/>
                </a:solidFill>
                <a:latin typeface="Arial" panose="020B0604020202020204" pitchFamily="34" charset="0"/>
                <a:cs typeface="Arial" panose="020B0604020202020204" pitchFamily="34" charset="0"/>
              </a:rPr>
              <a:t>]  </a:t>
            </a:r>
            <a:br>
              <a:rPr lang="pt-BR" sz="2200" b="1" dirty="0">
                <a:solidFill>
                  <a:srgbClr val="990099"/>
                </a:solidFill>
                <a:latin typeface="Arial" panose="020B0604020202020204" pitchFamily="34" charset="0"/>
                <a:cs typeface="Arial" panose="020B0604020202020204" pitchFamily="34" charset="0"/>
              </a:rPr>
            </a:br>
            <a:r>
              <a:rPr lang="en-GB" sz="2200" b="1" dirty="0" smtClean="0">
                <a:solidFill>
                  <a:srgbClr val="990099"/>
                </a:solidFill>
                <a:latin typeface="Arial" panose="020B0604020202020204" pitchFamily="34" charset="0"/>
                <a:ea typeface="Calibri" panose="020F0502020204030204" pitchFamily="34" charset="0"/>
                <a:cs typeface="Arial" panose="020B0604020202020204" pitchFamily="34" charset="0"/>
              </a:rPr>
              <a:t>Possible candidate Response</a:t>
            </a:r>
            <a:endParaRPr lang="en-GB" sz="2200" dirty="0">
              <a:solidFill>
                <a:srgbClr val="990099"/>
              </a:solidFill>
              <a:latin typeface="Arial" panose="020B0604020202020204" pitchFamily="34" charset="0"/>
              <a:ea typeface="Calibri" panose="020F0502020204030204" pitchFamily="34" charset="0"/>
              <a:cs typeface="Arial" panose="020B0604020202020204" pitchFamily="34" charset="0"/>
            </a:endParaRPr>
          </a:p>
          <a:p>
            <a:pPr>
              <a:lnSpc>
                <a:spcPct val="110000"/>
              </a:lnSpc>
              <a:spcBef>
                <a:spcPts val="0"/>
              </a:spcBef>
              <a:spcAft>
                <a:spcPts val="1600"/>
              </a:spcAft>
              <a:tabLst>
                <a:tab pos="342900" algn="l"/>
                <a:tab pos="571500" algn="l"/>
              </a:tabLst>
            </a:pP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C -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આ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ફોટામાં ભારતના કોઈ નાના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ગામમાં લાકડીનો ટેકો લઈને ચાલતા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વૃદ્ધ માણસને બે નાના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છોકરાઓ રસ્તો ઓળંગવામાં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મદદ કરી રહ્યા છે.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મદદ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કરીને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તેઓ ખૂબ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ખુશ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જણાય છે, કારણ કે વૃદ્ધ </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માણસ તેમની સહાયથી આરામથી રસ્તો </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ઓળંગી શકશે.</a:t>
            </a: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 </a:t>
            </a:r>
          </a:p>
          <a:p>
            <a:pPr>
              <a:lnSpc>
                <a:spcPct val="107000"/>
              </a:lnSpc>
              <a:spcBef>
                <a:spcPts val="0"/>
              </a:spcBef>
              <a:spcAft>
                <a:spcPts val="300"/>
              </a:spcAft>
              <a:tabLst>
                <a:tab pos="342900" algn="l"/>
                <a:tab pos="898525" algn="l"/>
                <a:tab pos="989013" algn="l"/>
              </a:tabLst>
            </a:pPr>
            <a:r>
              <a:rPr lang="en-GB" sz="2200" dirty="0">
                <a:solidFill>
                  <a:srgbClr val="0000CC"/>
                </a:solidFill>
                <a:latin typeface="Arial" panose="020B0604020202020204" pitchFamily="34" charset="0"/>
                <a:ea typeface="Calibri" panose="020F0502020204030204" pitchFamily="34" charset="0"/>
                <a:cs typeface="Arial" panose="020B0604020202020204" pitchFamily="34" charset="0"/>
              </a:rPr>
              <a:t>2</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 </a:t>
            </a:r>
            <a:r>
              <a:rPr lang="en-GB" sz="2200" dirty="0">
                <a:solidFill>
                  <a:srgbClr val="0000CC"/>
                </a:solidFill>
                <a:latin typeface="Arial" panose="020B0604020202020204" pitchFamily="34" charset="0"/>
                <a:ea typeface="Calibri" panose="020F0502020204030204" pitchFamily="34" charset="0"/>
                <a:cs typeface="Arial" panose="020B0604020202020204" pitchFamily="34" charset="0"/>
              </a:rPr>
              <a:t>(C)	</a:t>
            </a:r>
            <a:r>
              <a:rPr lang="gu-IN"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t>વૃદ્ધાશ્રમમાં મદદ </a:t>
            </a:r>
            <a:r>
              <a:rPr lang="gu-IN" sz="2200" dirty="0">
                <a:solidFill>
                  <a:srgbClr val="0000CC"/>
                </a:solidFill>
                <a:latin typeface="Arial" panose="020B0604020202020204" pitchFamily="34" charset="0"/>
                <a:ea typeface="Calibri" panose="020F0502020204030204" pitchFamily="34" charset="0"/>
                <a:cs typeface="Arial" panose="020B0604020202020204" pitchFamily="34" charset="0"/>
              </a:rPr>
              <a:t>કરવા વિશે તમારો </a:t>
            </a:r>
            <a:r>
              <a:rPr lang="gu-IN"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t>અભિપ્રાય</a:t>
            </a:r>
            <a:r>
              <a:rPr lang="en-GB"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t/>
            </a:r>
            <a:br>
              <a:rPr lang="en-GB"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br>
            <a: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(E) </a:t>
            </a:r>
            <a:r>
              <a:rPr lang="gu-IN" sz="2200" b="1" dirty="0" smtClean="0">
                <a:solidFill>
                  <a:srgbClr val="0000CC"/>
                </a:solidFill>
                <a:latin typeface="Arial" panose="020B0604020202020204" pitchFamily="34" charset="0"/>
              </a:rPr>
              <a:t>મને </a:t>
            </a:r>
            <a:r>
              <a:rPr lang="gu-IN" sz="2200" b="1" dirty="0">
                <a:solidFill>
                  <a:srgbClr val="0000CC"/>
                </a:solidFill>
                <a:latin typeface="Arial" panose="020B0604020202020204" pitchFamily="34" charset="0"/>
              </a:rPr>
              <a:t>લાગે છે કે વૃદ્ધાશ્રમમાં મદદ કરવી એ બહુ સારું કહેવાય</a:t>
            </a:r>
            <a:r>
              <a:rPr lang="gu-IN" sz="2200" b="1" dirty="0" smtClean="0">
                <a:solidFill>
                  <a:srgbClr val="0000CC"/>
                </a:solidFill>
                <a:latin typeface="Arial" panose="020B0604020202020204" pitchFamily="34" charset="0"/>
              </a:rPr>
              <a:t>.</a:t>
            </a:r>
            <a:r>
              <a:rPr lang="en-GB" sz="2200" b="1" dirty="0" smtClean="0">
                <a:solidFill>
                  <a:srgbClr val="0000CC"/>
                </a:solidFill>
                <a:latin typeface="Arial" panose="020B0604020202020204" pitchFamily="34" charset="0"/>
                <a:cs typeface="Arial" panose="020B0604020202020204" pitchFamily="34" charset="0"/>
              </a:rPr>
              <a:t/>
            </a:r>
            <a:br>
              <a:rPr lang="en-GB" sz="2200" b="1" dirty="0" smtClean="0">
                <a:solidFill>
                  <a:srgbClr val="0000CC"/>
                </a:solidFill>
                <a:latin typeface="Arial" panose="020B0604020202020204" pitchFamily="34" charset="0"/>
                <a:cs typeface="Arial" panose="020B0604020202020204" pitchFamily="34" charset="0"/>
              </a:rPr>
            </a:br>
            <a:r>
              <a:rPr lang="gu-IN" sz="2200" b="1" dirty="0" smtClean="0">
                <a:solidFill>
                  <a:srgbClr val="0000CC"/>
                </a:solidFill>
                <a:latin typeface="Arial" panose="020B0604020202020204" pitchFamily="34" charset="0"/>
              </a:rPr>
              <a:t>તમારો</a:t>
            </a:r>
            <a:r>
              <a:rPr lang="en-GB" sz="2200" b="1" dirty="0" smtClean="0">
                <a:solidFill>
                  <a:srgbClr val="0000CC"/>
                </a:solidFill>
                <a:latin typeface="Arial" panose="020B0604020202020204" pitchFamily="34" charset="0"/>
                <a:cs typeface="Arial" panose="020B0604020202020204" pitchFamily="34" charset="0"/>
              </a:rPr>
              <a:t> </a:t>
            </a:r>
            <a:r>
              <a:rPr lang="gu-IN" sz="2200" b="1" dirty="0">
                <a:solidFill>
                  <a:srgbClr val="0000CC"/>
                </a:solidFill>
                <a:latin typeface="Arial" panose="020B0604020202020204" pitchFamily="34" charset="0"/>
              </a:rPr>
              <a:t>શું અભિપ્રાય છે</a:t>
            </a:r>
            <a:r>
              <a:rPr lang="en-GB" sz="2200" b="1" dirty="0">
                <a:solidFill>
                  <a:srgbClr val="0000CC"/>
                </a:solidFill>
                <a:latin typeface="Arial" panose="020B0604020202020204" pitchFamily="34" charset="0"/>
                <a:cs typeface="Arial" panose="020B0604020202020204" pitchFamily="34" charset="0"/>
              </a:rPr>
              <a:t>?</a:t>
            </a:r>
            <a:r>
              <a:rPr lang="gu-IN" sz="2200" b="1" dirty="0">
                <a:solidFill>
                  <a:srgbClr val="0000CC"/>
                </a:solidFill>
                <a:latin typeface="Arial" panose="020B0604020202020204" pitchFamily="34" charset="0"/>
                <a:cs typeface="Arial" panose="020B0604020202020204" pitchFamily="34" charset="0"/>
              </a:rPr>
              <a:t> </a:t>
            </a:r>
            <a:r>
              <a:rPr lang="es-ES_tradnl" sz="2200" b="1" dirty="0">
                <a:solidFill>
                  <a:srgbClr val="0000CC"/>
                </a:solidFill>
                <a:latin typeface="Arial" panose="020B0604020202020204" pitchFamily="34" charset="0"/>
                <a:cs typeface="Arial" panose="020B0604020202020204" pitchFamily="34" charset="0"/>
              </a:rPr>
              <a:t>[</a:t>
            </a:r>
            <a:r>
              <a:rPr lang="gu-IN" sz="2200" b="1" dirty="0">
                <a:solidFill>
                  <a:srgbClr val="0000CC"/>
                </a:solidFill>
                <a:latin typeface="Arial" panose="020B0604020202020204" pitchFamily="34" charset="0"/>
              </a:rPr>
              <a:t>શા માટે</a:t>
            </a:r>
            <a:r>
              <a:rPr lang="es-ES_tradnl" sz="2200" b="1" dirty="0">
                <a:solidFill>
                  <a:srgbClr val="0000CC"/>
                </a:solidFill>
                <a:latin typeface="Arial" panose="020B0604020202020204" pitchFamily="34" charset="0"/>
                <a:cs typeface="Arial" panose="020B0604020202020204" pitchFamily="34" charset="0"/>
              </a:rPr>
              <a:t>?/</a:t>
            </a:r>
            <a:r>
              <a:rPr lang="gu-IN" sz="2200" b="1" dirty="0">
                <a:solidFill>
                  <a:srgbClr val="0000CC"/>
                </a:solidFill>
                <a:latin typeface="Arial" panose="020B0604020202020204" pitchFamily="34" charset="0"/>
              </a:rPr>
              <a:t>બીજું કાંઈ</a:t>
            </a:r>
            <a:r>
              <a:rPr lang="en-GB" sz="2200" b="1" dirty="0">
                <a:solidFill>
                  <a:srgbClr val="0000CC"/>
                </a:solidFill>
                <a:latin typeface="Arial" panose="020B0604020202020204" pitchFamily="34" charset="0"/>
                <a:cs typeface="Arial" panose="020B0604020202020204" pitchFamily="34" charset="0"/>
              </a:rPr>
              <a:t>?</a:t>
            </a:r>
            <a:r>
              <a:rPr lang="es-ES_tradnl" sz="2200" b="1" dirty="0">
                <a:solidFill>
                  <a:srgbClr val="0000CC"/>
                </a:solidFill>
                <a:latin typeface="Arial" panose="020B0604020202020204" pitchFamily="34" charset="0"/>
                <a:cs typeface="Arial" panose="020B0604020202020204" pitchFamily="34" charset="0"/>
              </a:rPr>
              <a:t>] </a:t>
            </a:r>
            <a:endParaRPr lang="es-ES_tradnl" sz="2200" b="1" dirty="0" smtClean="0">
              <a:solidFill>
                <a:srgbClr val="0000CC"/>
              </a:solidFill>
              <a:latin typeface="Arial" panose="020B0604020202020204" pitchFamily="34" charset="0"/>
              <a:cs typeface="Arial" panose="020B0604020202020204" pitchFamily="34" charset="0"/>
            </a:endParaRPr>
          </a:p>
          <a:p>
            <a:pPr>
              <a:lnSpc>
                <a:spcPct val="107000"/>
              </a:lnSpc>
              <a:spcBef>
                <a:spcPts val="0"/>
              </a:spcBef>
              <a:spcAft>
                <a:spcPts val="800"/>
              </a:spcAft>
              <a:tabLst>
                <a:tab pos="342900" algn="l"/>
                <a:tab pos="898525" algn="l"/>
                <a:tab pos="989013" algn="l"/>
              </a:tabLst>
            </a:pPr>
            <a: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Possible </a:t>
            </a:r>
            <a:r>
              <a:rPr lang="en-GB" sz="2200" b="1" dirty="0">
                <a:solidFill>
                  <a:srgbClr val="0000CC"/>
                </a:solidFill>
                <a:latin typeface="Arial" panose="020B0604020202020204" pitchFamily="34" charset="0"/>
                <a:ea typeface="Calibri" panose="020F0502020204030204" pitchFamily="34" charset="0"/>
                <a:cs typeface="Arial" panose="020B0604020202020204" pitchFamily="34" charset="0"/>
              </a:rPr>
              <a:t>candidate </a:t>
            </a:r>
            <a: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Response</a:t>
            </a:r>
            <a:b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br>
            <a:r>
              <a:rPr lang="en-GB"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t>C - </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મને લાગે છે કે </a:t>
            </a:r>
            <a:r>
              <a:rPr lang="gu-IN" sz="2200" dirty="0" smtClean="0">
                <a:solidFill>
                  <a:srgbClr val="0000CC"/>
                </a:solidFill>
                <a:latin typeface="Arial" panose="020B0604020202020204" pitchFamily="34" charset="0"/>
              </a:rPr>
              <a:t>વૃદ્ધાશ્રમમાં </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મદદ કરવી જોઈએ કારણ કે ત્યાં </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રહેતાં </a:t>
            </a:r>
            <a:r>
              <a:rPr lang="gu-IN" sz="2200" dirty="0">
                <a:solidFill>
                  <a:srgbClr val="0000CC"/>
                </a:solidFill>
                <a:latin typeface="Arial" panose="020B0604020202020204" pitchFamily="34" charset="0"/>
              </a:rPr>
              <a:t>વૃદ્ધલોકો માટે આપણને સરળ લાગતી </a:t>
            </a:r>
            <a:r>
              <a:rPr lang="gu-IN" sz="2200" dirty="0" smtClean="0">
                <a:solidFill>
                  <a:srgbClr val="0000CC"/>
                </a:solidFill>
                <a:latin typeface="Arial" panose="020B0604020202020204" pitchFamily="34" charset="0"/>
              </a:rPr>
              <a:t>પ્રવૃત્તિઓ, જેવી </a:t>
            </a:r>
            <a:r>
              <a:rPr lang="gu-IN" sz="2200" dirty="0">
                <a:solidFill>
                  <a:srgbClr val="0000CC"/>
                </a:solidFill>
                <a:latin typeface="Arial" panose="020B0604020202020204" pitchFamily="34" charset="0"/>
              </a:rPr>
              <a:t>કે વાળ </a:t>
            </a:r>
            <a:r>
              <a:rPr lang="gu-IN" sz="2200" dirty="0" smtClean="0">
                <a:solidFill>
                  <a:srgbClr val="0000CC"/>
                </a:solidFill>
                <a:latin typeface="Arial" panose="020B0604020202020204" pitchFamily="34" charset="0"/>
              </a:rPr>
              <a:t>ઓળવા, છાપું વાંચવું, ચાલવું વગેરેમાં  મદદ કરવાથી ઉદાસ </a:t>
            </a:r>
            <a:r>
              <a:rPr lang="gu-IN" sz="2200" dirty="0">
                <a:solidFill>
                  <a:srgbClr val="0000CC"/>
                </a:solidFill>
                <a:latin typeface="Arial" panose="020B0604020202020204" pitchFamily="34" charset="0"/>
              </a:rPr>
              <a:t>રહેતાં જરૂરતમંદ વૃદ્ધલોકો ખુશી અનુભવે છે</a:t>
            </a:r>
            <a:r>
              <a:rPr lang="en-GB" sz="2200" dirty="0" smtClean="0">
                <a:solidFill>
                  <a:srgbClr val="0000CC"/>
                </a:solidFill>
                <a:latin typeface="Arial" panose="020B0604020202020204" pitchFamily="34" charset="0"/>
                <a:cs typeface="Arial" panose="020B0604020202020204" pitchFamily="34" charset="0"/>
              </a:rPr>
              <a:t>.</a:t>
            </a:r>
            <a:endParaRPr lang="en-GB" sz="1800" dirty="0">
              <a:solidFill>
                <a:srgbClr val="0000CC"/>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79182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21</a:t>
            </a:fld>
            <a:endParaRPr lang="en-GB" dirty="0" smtClean="0"/>
          </a:p>
        </p:txBody>
      </p:sp>
      <p:sp>
        <p:nvSpPr>
          <p:cNvPr id="11" name="Rectangle 2"/>
          <p:cNvSpPr>
            <a:spLocks noGrp="1" noChangeArrowheads="1"/>
          </p:cNvSpPr>
          <p:nvPr>
            <p:ph type="title"/>
          </p:nvPr>
        </p:nvSpPr>
        <p:spPr>
          <a:xfrm>
            <a:off x="381000" y="535919"/>
            <a:ext cx="9309232" cy="685800"/>
          </a:xfrm>
        </p:spPr>
        <p:txBody>
          <a:bodyPr/>
          <a:lstStyle/>
          <a:p>
            <a:r>
              <a:rPr lang="en-GB" sz="2400" dirty="0"/>
              <a:t>Pearson 2022 - Task 2 - (H) Picture Card HP4 - Ambitions</a:t>
            </a:r>
          </a:p>
        </p:txBody>
      </p:sp>
      <p:sp>
        <p:nvSpPr>
          <p:cNvPr id="2" name="Rectangle 1"/>
          <p:cNvSpPr/>
          <p:nvPr/>
        </p:nvSpPr>
        <p:spPr>
          <a:xfrm>
            <a:off x="304800" y="1457496"/>
            <a:ext cx="9296400" cy="4656916"/>
          </a:xfrm>
          <a:prstGeom prst="rect">
            <a:avLst/>
          </a:prstGeom>
        </p:spPr>
        <p:txBody>
          <a:bodyPr wrap="square">
            <a:spAutoFit/>
          </a:bodyPr>
          <a:lstStyle/>
          <a:p>
            <a:pPr>
              <a:lnSpc>
                <a:spcPct val="107000"/>
              </a:lnSpc>
              <a:spcBef>
                <a:spcPts val="0"/>
              </a:spcBef>
              <a:spcAft>
                <a:spcPts val="400"/>
              </a:spcAft>
              <a:tabLst>
                <a:tab pos="357188" algn="l"/>
                <a:tab pos="571500" algn="l"/>
                <a:tab pos="898525" algn="l"/>
              </a:tabLst>
            </a:pP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3</a:t>
            </a:r>
            <a:r>
              <a:rPr lang="gu-IN" sz="22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200" dirty="0">
                <a:solidFill>
                  <a:srgbClr val="990099"/>
                </a:solidFill>
                <a:latin typeface="Arial" panose="020B0604020202020204" pitchFamily="34" charset="0"/>
                <a:ea typeface="Calibri" panose="020F0502020204030204" pitchFamily="34" charset="0"/>
                <a:cs typeface="Arial" panose="020B0604020202020204" pitchFamily="34" charset="0"/>
              </a:rPr>
              <a:t>(C</a:t>
            </a:r>
            <a:r>
              <a:rPr lang="en-GB" sz="2200" dirty="0" smtClean="0">
                <a:solidFill>
                  <a:srgbClr val="990099"/>
                </a:solidFill>
                <a:latin typeface="Arial" panose="020B0604020202020204" pitchFamily="34" charset="0"/>
                <a:ea typeface="Calibri" panose="020F0502020204030204" pitchFamily="34" charset="0"/>
                <a:cs typeface="Arial" panose="020B0604020202020204" pitchFamily="34" charset="0"/>
              </a:rPr>
              <a:t>)	</a:t>
            </a:r>
            <a:r>
              <a:rPr lang="gu-IN" sz="2200" dirty="0">
                <a:solidFill>
                  <a:srgbClr val="990099"/>
                </a:solidFill>
                <a:latin typeface="Arial" panose="020B0604020202020204" pitchFamily="34" charset="0"/>
              </a:rPr>
              <a:t>પહેલાં તમે કોઈને મદદ કરવા જે કર્યું  </a:t>
            </a:r>
            <a:r>
              <a:rPr lang="gu-IN" sz="2200" dirty="0" smtClean="0">
                <a:solidFill>
                  <a:srgbClr val="990099"/>
                </a:solidFill>
                <a:latin typeface="Arial" panose="020B0604020202020204" pitchFamily="34" charset="0"/>
              </a:rPr>
              <a:t>હતું</a:t>
            </a:r>
            <a:r>
              <a:rPr lang="en-GB" sz="2200" dirty="0" smtClean="0">
                <a:solidFill>
                  <a:srgbClr val="990099"/>
                </a:solidFill>
                <a:latin typeface="Arial" panose="020B0604020202020204" pitchFamily="34" charset="0"/>
              </a:rPr>
              <a:t/>
            </a:r>
            <a:br>
              <a:rPr lang="en-GB" sz="2200" dirty="0" smtClean="0">
                <a:solidFill>
                  <a:srgbClr val="990099"/>
                </a:solidFill>
                <a:latin typeface="Arial" panose="020B0604020202020204" pitchFamily="34" charset="0"/>
              </a:rPr>
            </a:br>
            <a:r>
              <a:rPr lang="en-GB" sz="2200" b="1" dirty="0" smtClean="0">
                <a:solidFill>
                  <a:srgbClr val="006600"/>
                </a:solidFill>
                <a:latin typeface="Arial" panose="020B0604020202020204" pitchFamily="34" charset="0"/>
                <a:ea typeface="Calibri" panose="020F0502020204030204" pitchFamily="34" charset="0"/>
                <a:cs typeface="Arial" panose="020B0604020202020204" pitchFamily="34" charset="0"/>
              </a:rPr>
              <a:t>(</a:t>
            </a:r>
            <a:r>
              <a:rPr lang="en-GB" sz="2200" b="1" dirty="0">
                <a:solidFill>
                  <a:srgbClr val="006600"/>
                </a:solidFill>
                <a:latin typeface="Arial" panose="020B0604020202020204" pitchFamily="34" charset="0"/>
                <a:ea typeface="Calibri" panose="020F0502020204030204" pitchFamily="34" charset="0"/>
                <a:cs typeface="Arial" panose="020B0604020202020204" pitchFamily="34" charset="0"/>
              </a:rPr>
              <a:t>E</a:t>
            </a:r>
            <a:r>
              <a:rPr lang="en-GB" sz="2200" b="1" dirty="0" smtClean="0">
                <a:solidFill>
                  <a:srgbClr val="006600"/>
                </a:solidFill>
                <a:latin typeface="Arial" panose="020B0604020202020204" pitchFamily="34" charset="0"/>
                <a:ea typeface="Calibri" panose="020F0502020204030204" pitchFamily="34" charset="0"/>
                <a:cs typeface="Arial" panose="020B0604020202020204" pitchFamily="34" charset="0"/>
              </a:rPr>
              <a:t>) </a:t>
            </a:r>
            <a:r>
              <a:rPr lang="gu-IN" sz="2200" b="1" dirty="0" smtClean="0">
                <a:solidFill>
                  <a:srgbClr val="006600"/>
                </a:solidFill>
                <a:latin typeface="Arial" panose="020B0604020202020204" pitchFamily="34" charset="0"/>
              </a:rPr>
              <a:t>પહેલાં </a:t>
            </a:r>
            <a:r>
              <a:rPr lang="gu-IN" sz="2200" b="1" dirty="0">
                <a:solidFill>
                  <a:srgbClr val="006600"/>
                </a:solidFill>
                <a:latin typeface="Arial" panose="020B0604020202020204" pitchFamily="34" charset="0"/>
              </a:rPr>
              <a:t>તમે કોઈને મદદ કરવા </a:t>
            </a:r>
            <a:r>
              <a:rPr lang="gu-IN" sz="2200" b="1" dirty="0" smtClean="0">
                <a:solidFill>
                  <a:srgbClr val="006600"/>
                </a:solidFill>
                <a:latin typeface="Arial" panose="020B0604020202020204" pitchFamily="34" charset="0"/>
              </a:rPr>
              <a:t>જે</a:t>
            </a:r>
            <a:r>
              <a:rPr lang="en-GB" sz="2200" b="1" dirty="0" smtClean="0">
                <a:solidFill>
                  <a:srgbClr val="006600"/>
                </a:solidFill>
                <a:latin typeface="Arial" panose="020B0604020202020204" pitchFamily="34" charset="0"/>
                <a:cs typeface="Arial" panose="020B0604020202020204" pitchFamily="34" charset="0"/>
              </a:rPr>
              <a:t> </a:t>
            </a:r>
            <a:r>
              <a:rPr lang="gu-IN" sz="2200" b="1" dirty="0" smtClean="0">
                <a:solidFill>
                  <a:srgbClr val="006600"/>
                </a:solidFill>
                <a:latin typeface="Arial" panose="020B0604020202020204" pitchFamily="34" charset="0"/>
              </a:rPr>
              <a:t>જે</a:t>
            </a:r>
            <a:r>
              <a:rPr lang="en-GB" sz="2200" b="1" dirty="0" smtClean="0">
                <a:solidFill>
                  <a:srgbClr val="006600"/>
                </a:solidFill>
                <a:latin typeface="Arial" panose="020B0604020202020204" pitchFamily="34" charset="0"/>
                <a:cs typeface="Arial" panose="020B0604020202020204" pitchFamily="34" charset="0"/>
              </a:rPr>
              <a:t> </a:t>
            </a:r>
            <a:r>
              <a:rPr lang="gu-IN" sz="2200" b="1" dirty="0" smtClean="0">
                <a:solidFill>
                  <a:srgbClr val="006600"/>
                </a:solidFill>
                <a:latin typeface="Arial" panose="020B0604020202020204" pitchFamily="34" charset="0"/>
              </a:rPr>
              <a:t>કર્યું </a:t>
            </a:r>
            <a:r>
              <a:rPr lang="gu-IN" sz="2200" b="1" dirty="0">
                <a:solidFill>
                  <a:srgbClr val="006600"/>
                </a:solidFill>
                <a:latin typeface="Arial" panose="020B0604020202020204" pitchFamily="34" charset="0"/>
              </a:rPr>
              <a:t>હતું તેના વિશે કહો</a:t>
            </a:r>
            <a:r>
              <a:rPr lang="gu-IN" sz="2200" b="1" dirty="0" smtClean="0">
                <a:solidFill>
                  <a:srgbClr val="006600"/>
                </a:solidFill>
                <a:latin typeface="Arial" panose="020B0604020202020204" pitchFamily="34" charset="0"/>
              </a:rPr>
              <a:t>.</a:t>
            </a:r>
            <a:r>
              <a:rPr lang="en-GB" sz="2200" b="1" dirty="0" smtClean="0">
                <a:solidFill>
                  <a:srgbClr val="006600"/>
                </a:solidFill>
                <a:latin typeface="Arial" panose="020B0604020202020204" pitchFamily="34" charset="0"/>
              </a:rPr>
              <a:t> </a:t>
            </a:r>
            <a:r>
              <a:rPr lang="pt-BR" sz="2200" b="1" dirty="0" smtClean="0">
                <a:solidFill>
                  <a:srgbClr val="006600"/>
                </a:solidFill>
                <a:latin typeface="Arial" panose="020B0604020202020204" pitchFamily="34" charset="0"/>
                <a:cs typeface="Arial" panose="020B0604020202020204" pitchFamily="34" charset="0"/>
              </a:rPr>
              <a:t>[</a:t>
            </a:r>
            <a:r>
              <a:rPr lang="gu-IN" sz="2200" b="1" dirty="0">
                <a:solidFill>
                  <a:srgbClr val="006600"/>
                </a:solidFill>
                <a:latin typeface="Arial" panose="020B0604020202020204" pitchFamily="34" charset="0"/>
              </a:rPr>
              <a:t>બીજું કાંઈ</a:t>
            </a:r>
            <a:r>
              <a:rPr lang="en-GB" sz="2200" b="1" dirty="0">
                <a:solidFill>
                  <a:srgbClr val="006600"/>
                </a:solidFill>
                <a:latin typeface="Arial" panose="020B0604020202020204" pitchFamily="34" charset="0"/>
                <a:cs typeface="Arial" panose="020B0604020202020204" pitchFamily="34" charset="0"/>
              </a:rPr>
              <a:t>?</a:t>
            </a:r>
            <a:r>
              <a:rPr lang="pt-BR" sz="2200" b="1" dirty="0">
                <a:solidFill>
                  <a:srgbClr val="006600"/>
                </a:solidFill>
                <a:latin typeface="Arial" panose="020B0604020202020204" pitchFamily="34" charset="0"/>
                <a:cs typeface="Arial" panose="020B0604020202020204" pitchFamily="34" charset="0"/>
              </a:rPr>
              <a:t>] </a:t>
            </a:r>
            <a:r>
              <a:rPr lang="pt-BR" sz="2200" b="1" dirty="0" smtClean="0">
                <a:solidFill>
                  <a:srgbClr val="006600"/>
                </a:solidFill>
                <a:latin typeface="Arial" panose="020B0604020202020204" pitchFamily="34" charset="0"/>
                <a:cs typeface="Arial" panose="020B0604020202020204" pitchFamily="34" charset="0"/>
              </a:rPr>
              <a:t/>
            </a:r>
            <a:br>
              <a:rPr lang="pt-BR" sz="2200" b="1" dirty="0" smtClean="0">
                <a:solidFill>
                  <a:srgbClr val="006600"/>
                </a:solidFill>
                <a:latin typeface="Arial" panose="020B0604020202020204" pitchFamily="34" charset="0"/>
                <a:cs typeface="Arial" panose="020B0604020202020204" pitchFamily="34" charset="0"/>
              </a:rPr>
            </a:br>
            <a: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Possible </a:t>
            </a:r>
            <a:r>
              <a:rPr lang="en-GB" sz="2200" b="1" dirty="0">
                <a:solidFill>
                  <a:srgbClr val="0000CC"/>
                </a:solidFill>
                <a:latin typeface="Arial" panose="020B0604020202020204" pitchFamily="34" charset="0"/>
                <a:ea typeface="Calibri" panose="020F0502020204030204" pitchFamily="34" charset="0"/>
                <a:cs typeface="Arial" panose="020B0604020202020204" pitchFamily="34" charset="0"/>
              </a:rPr>
              <a:t>candidate </a:t>
            </a:r>
            <a:r>
              <a:rPr lang="en-GB" sz="2200" b="1" dirty="0" smtClean="0">
                <a:solidFill>
                  <a:srgbClr val="0000CC"/>
                </a:solidFill>
                <a:latin typeface="Arial" panose="020B0604020202020204" pitchFamily="34" charset="0"/>
                <a:ea typeface="Calibri" panose="020F0502020204030204" pitchFamily="34" charset="0"/>
                <a:cs typeface="Arial" panose="020B0604020202020204" pitchFamily="34" charset="0"/>
              </a:rPr>
              <a:t>Response</a:t>
            </a:r>
          </a:p>
          <a:p>
            <a:pPr>
              <a:lnSpc>
                <a:spcPct val="107000"/>
              </a:lnSpc>
              <a:spcBef>
                <a:spcPts val="0"/>
              </a:spcBef>
              <a:spcAft>
                <a:spcPts val="1500"/>
              </a:spcAft>
              <a:tabLst>
                <a:tab pos="571500" algn="l"/>
                <a:tab pos="898525" algn="l"/>
              </a:tabLst>
            </a:pPr>
            <a:r>
              <a:rPr lang="en-GB" sz="2200" dirty="0" smtClean="0">
                <a:solidFill>
                  <a:srgbClr val="0000CC"/>
                </a:solidFill>
                <a:latin typeface="Arial" panose="020B0604020202020204" pitchFamily="34" charset="0"/>
                <a:ea typeface="Calibri" panose="020F0502020204030204" pitchFamily="34" charset="0"/>
              </a:rPr>
              <a:t>C - </a:t>
            </a:r>
            <a:r>
              <a:rPr lang="gu-IN" sz="2200" dirty="0" smtClean="0">
                <a:solidFill>
                  <a:srgbClr val="0000CC"/>
                </a:solidFill>
                <a:latin typeface="Arial" panose="020B0604020202020204" pitchFamily="34" charset="0"/>
                <a:ea typeface="Calibri" panose="020F0502020204030204" pitchFamily="34" charset="0"/>
              </a:rPr>
              <a:t>ગયાં </a:t>
            </a:r>
            <a:r>
              <a:rPr lang="gu-IN" sz="2200" dirty="0">
                <a:solidFill>
                  <a:srgbClr val="0000CC"/>
                </a:solidFill>
                <a:latin typeface="Arial" panose="020B0604020202020204" pitchFamily="34" charset="0"/>
                <a:ea typeface="Calibri" panose="020F0502020204030204" pitchFamily="34" charset="0"/>
              </a:rPr>
              <a:t>વર્ષે શિયાળાની ઋતુમાં મેં મારા સમાજ કેન્દ્ર સાથે જોડાઈને ગરીબ અને બેઘર લોકોને ગરમ ધાબળાનું વિતરણ કર્યું હતું</a:t>
            </a:r>
            <a:r>
              <a:rPr lang="gu-IN" sz="2200" dirty="0" smtClean="0">
                <a:solidFill>
                  <a:srgbClr val="0000CC"/>
                </a:solidFill>
                <a:latin typeface="Arial" panose="020B0604020202020204" pitchFamily="34" charset="0"/>
                <a:ea typeface="Calibri" panose="020F0502020204030204" pitchFamily="34" charset="0"/>
              </a:rPr>
              <a:t>, </a:t>
            </a:r>
            <a:r>
              <a:rPr lang="gu-IN" sz="2200" dirty="0">
                <a:solidFill>
                  <a:srgbClr val="0000CC"/>
                </a:solidFill>
                <a:latin typeface="Arial" panose="020B0604020202020204" pitchFamily="34" charset="0"/>
                <a:ea typeface="Calibri" panose="020F0502020204030204" pitchFamily="34" charset="0"/>
              </a:rPr>
              <a:t>તાજો ખોરાક પીરસવામાં મદદ કરેલી જે અનુભવ ખૂબ સંતોષકારક </a:t>
            </a:r>
            <a:r>
              <a:rPr lang="gu-IN" sz="2200" dirty="0" smtClean="0">
                <a:solidFill>
                  <a:srgbClr val="0000CC"/>
                </a:solidFill>
                <a:latin typeface="Arial" panose="020B0604020202020204" pitchFamily="34" charset="0"/>
                <a:ea typeface="Calibri" panose="020F0502020204030204" pitchFamily="34" charset="0"/>
              </a:rPr>
              <a:t>રહ્યો</a:t>
            </a:r>
            <a:r>
              <a:rPr lang="en-GB" sz="2200" dirty="0" smtClean="0">
                <a:solidFill>
                  <a:srgbClr val="0000CC"/>
                </a:solidFill>
                <a:latin typeface="Arial" panose="020B0604020202020204" pitchFamily="34" charset="0"/>
                <a:ea typeface="Calibri" panose="020F0502020204030204" pitchFamily="34" charset="0"/>
                <a:cs typeface="Arial" panose="020B0604020202020204" pitchFamily="34" charset="0"/>
              </a:rPr>
              <a:t> </a:t>
            </a:r>
            <a:r>
              <a:rPr lang="gu-IN" sz="2200" dirty="0" smtClean="0">
                <a:solidFill>
                  <a:srgbClr val="0000CC"/>
                </a:solidFill>
                <a:latin typeface="Arial" panose="020B0604020202020204" pitchFamily="34" charset="0"/>
                <a:ea typeface="Calibri" panose="020F0502020204030204" pitchFamily="34" charset="0"/>
              </a:rPr>
              <a:t>હતો.</a:t>
            </a:r>
            <a:endParaRPr lang="en-GB" sz="2200" dirty="0" smtClean="0">
              <a:solidFill>
                <a:srgbClr val="0000CC"/>
              </a:solidFill>
              <a:latin typeface="Arial" panose="020B0604020202020204" pitchFamily="34" charset="0"/>
              <a:ea typeface="Calibri" panose="020F0502020204030204" pitchFamily="34" charset="0"/>
            </a:endParaRPr>
          </a:p>
          <a:p>
            <a:pPr>
              <a:lnSpc>
                <a:spcPct val="107000"/>
              </a:lnSpc>
              <a:spcBef>
                <a:spcPts val="0"/>
              </a:spcBef>
              <a:spcAft>
                <a:spcPts val="800"/>
              </a:spcAft>
              <a:tabLst>
                <a:tab pos="357188" algn="l"/>
                <a:tab pos="989013" algn="l"/>
              </a:tabLst>
            </a:pPr>
            <a:r>
              <a:rPr lang="en-GB" sz="2200" dirty="0">
                <a:solidFill>
                  <a:srgbClr val="990099"/>
                </a:solidFill>
                <a:latin typeface="Arial" panose="020B0604020202020204" pitchFamily="34" charset="0"/>
                <a:ea typeface="Calibri" panose="020F0502020204030204" pitchFamily="34" charset="0"/>
                <a:cs typeface="Nirmala UI" panose="020B0502040204020203" pitchFamily="34" charset="0"/>
              </a:rPr>
              <a:t>4</a:t>
            </a:r>
            <a:r>
              <a:rPr lang="gu-IN" sz="2200" dirty="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200" dirty="0">
                <a:solidFill>
                  <a:srgbClr val="990099"/>
                </a:solidFill>
                <a:latin typeface="Arial" panose="020B0604020202020204" pitchFamily="34" charset="0"/>
                <a:ea typeface="Calibri" panose="020F0502020204030204" pitchFamily="34" charset="0"/>
                <a:cs typeface="Arial" panose="020B0604020202020204" pitchFamily="34" charset="0"/>
              </a:rPr>
              <a:t>(C)</a:t>
            </a:r>
            <a:r>
              <a:rPr lang="gu-IN" sz="2200" dirty="0">
                <a:solidFill>
                  <a:srgbClr val="990099"/>
                </a:solidFill>
                <a:latin typeface="Arial" panose="020B0604020202020204" pitchFamily="34" charset="0"/>
                <a:ea typeface="Calibri" panose="020F0502020204030204" pitchFamily="34" charset="0"/>
                <a:cs typeface="Arial" panose="020B0604020202020204" pitchFamily="34" charset="0"/>
              </a:rPr>
              <a:t>	</a:t>
            </a:r>
            <a:r>
              <a:rPr lang="gu-IN" sz="2200" dirty="0">
                <a:solidFill>
                  <a:srgbClr val="990099"/>
                </a:solidFill>
              </a:rPr>
              <a:t>ભવિષ્યમાં તમે જે વ્યવસાયમાં કામ કરવા માંગો </a:t>
            </a:r>
            <a:r>
              <a:rPr lang="gu-IN" sz="2200" dirty="0" smtClean="0">
                <a:solidFill>
                  <a:srgbClr val="990099"/>
                </a:solidFill>
              </a:rPr>
              <a:t>છો</a:t>
            </a:r>
            <a:r>
              <a:rPr lang="en-GB" sz="2200" dirty="0" smtClean="0">
                <a:solidFill>
                  <a:srgbClr val="990099"/>
                </a:solidFill>
              </a:rPr>
              <a:t/>
            </a:r>
            <a:br>
              <a:rPr lang="en-GB" sz="2200" dirty="0" smtClean="0">
                <a:solidFill>
                  <a:srgbClr val="990099"/>
                </a:solidFill>
              </a:rPr>
            </a:br>
            <a:r>
              <a:rPr lang="en-GB" sz="2200" b="1" dirty="0" smtClean="0">
                <a:solidFill>
                  <a:srgbClr val="006600"/>
                </a:solidFill>
                <a:latin typeface="Arial" panose="020B0604020202020204" pitchFamily="34" charset="0"/>
                <a:ea typeface="Calibri" panose="020F0502020204030204" pitchFamily="34" charset="0"/>
                <a:cs typeface="Nirmala UI" panose="020B0502040204020203" pitchFamily="34" charset="0"/>
              </a:rPr>
              <a:t>(</a:t>
            </a:r>
            <a:r>
              <a:rPr lang="en-GB" sz="2200" b="1" dirty="0">
                <a:solidFill>
                  <a:srgbClr val="006600"/>
                </a:solidFill>
                <a:latin typeface="Arial" panose="020B0604020202020204" pitchFamily="34" charset="0"/>
                <a:ea typeface="Calibri" panose="020F0502020204030204" pitchFamily="34" charset="0"/>
                <a:cs typeface="Nirmala UI" panose="020B0502040204020203" pitchFamily="34" charset="0"/>
              </a:rPr>
              <a:t>E</a:t>
            </a:r>
            <a:r>
              <a:rPr lang="en-GB" sz="2200" b="1" dirty="0" smtClean="0">
                <a:solidFill>
                  <a:srgbClr val="006600"/>
                </a:solidFill>
                <a:latin typeface="Arial" panose="020B0604020202020204" pitchFamily="34" charset="0"/>
                <a:ea typeface="Calibri" panose="020F0502020204030204" pitchFamily="34" charset="0"/>
                <a:cs typeface="Nirmala UI" panose="020B0502040204020203" pitchFamily="34" charset="0"/>
              </a:rPr>
              <a:t>) </a:t>
            </a:r>
            <a:r>
              <a:rPr lang="gu-IN" sz="2200" b="1" dirty="0" smtClean="0">
                <a:solidFill>
                  <a:srgbClr val="006600"/>
                </a:solidFill>
                <a:latin typeface="Arial" panose="020B0604020202020204" pitchFamily="34" charset="0"/>
              </a:rPr>
              <a:t>ભવિષ્યમાં </a:t>
            </a:r>
            <a:r>
              <a:rPr lang="gu-IN" sz="2200" b="1" dirty="0">
                <a:solidFill>
                  <a:srgbClr val="006600"/>
                </a:solidFill>
                <a:latin typeface="Arial" panose="020B0604020202020204" pitchFamily="34" charset="0"/>
              </a:rPr>
              <a:t>તમે જે વ્યવસાયમાં કામ કરવા </a:t>
            </a:r>
            <a:r>
              <a:rPr lang="gu-IN" sz="2200" b="1" dirty="0" smtClean="0">
                <a:solidFill>
                  <a:srgbClr val="006600"/>
                </a:solidFill>
                <a:latin typeface="Arial" panose="020B0604020202020204" pitchFamily="34" charset="0"/>
              </a:rPr>
              <a:t>માંગો </a:t>
            </a:r>
            <a:r>
              <a:rPr lang="gu-IN" sz="2200" b="1" dirty="0">
                <a:solidFill>
                  <a:srgbClr val="006600"/>
                </a:solidFill>
                <a:latin typeface="Arial" panose="020B0604020202020204" pitchFamily="34" charset="0"/>
              </a:rPr>
              <a:t>છો તેના વિશે કહો</a:t>
            </a:r>
            <a:r>
              <a:rPr lang="gu-IN" sz="2200" b="1" dirty="0" smtClean="0">
                <a:solidFill>
                  <a:srgbClr val="006600"/>
                </a:solidFill>
                <a:latin typeface="Arial" panose="020B0604020202020204" pitchFamily="34" charset="0"/>
              </a:rPr>
              <a:t>.</a:t>
            </a:r>
            <a:br>
              <a:rPr lang="gu-IN" sz="2200" b="1" dirty="0" smtClean="0">
                <a:solidFill>
                  <a:srgbClr val="006600"/>
                </a:solidFill>
                <a:latin typeface="Arial" panose="020B0604020202020204" pitchFamily="34" charset="0"/>
              </a:rPr>
            </a:br>
            <a:r>
              <a:rPr lang="gu-IN" sz="2200" b="1" dirty="0" smtClean="0">
                <a:solidFill>
                  <a:srgbClr val="006600"/>
                </a:solidFill>
                <a:latin typeface="Arial" panose="020B0604020202020204" pitchFamily="34" charset="0"/>
              </a:rPr>
              <a:t> </a:t>
            </a:r>
            <a:r>
              <a:rPr lang="es-ES_tradnl" sz="2200" b="1" dirty="0">
                <a:solidFill>
                  <a:srgbClr val="006600"/>
                </a:solidFill>
                <a:latin typeface="Arial" panose="020B0604020202020204" pitchFamily="34" charset="0"/>
                <a:cs typeface="Arial" panose="020B0604020202020204" pitchFamily="34" charset="0"/>
              </a:rPr>
              <a:t>[</a:t>
            </a:r>
            <a:r>
              <a:rPr lang="gu-IN" sz="2200" b="1" dirty="0">
                <a:solidFill>
                  <a:srgbClr val="006600"/>
                </a:solidFill>
                <a:latin typeface="Arial" panose="020B0604020202020204" pitchFamily="34" charset="0"/>
              </a:rPr>
              <a:t>શા માટે</a:t>
            </a:r>
            <a:r>
              <a:rPr lang="es-ES_tradnl" sz="2200" b="1" dirty="0">
                <a:solidFill>
                  <a:srgbClr val="006600"/>
                </a:solidFill>
                <a:latin typeface="Arial" panose="020B0604020202020204" pitchFamily="34" charset="0"/>
                <a:cs typeface="Arial" panose="020B0604020202020204" pitchFamily="34" charset="0"/>
              </a:rPr>
              <a:t>?/</a:t>
            </a:r>
            <a:r>
              <a:rPr lang="gu-IN" sz="2200" b="1" dirty="0">
                <a:solidFill>
                  <a:srgbClr val="006600"/>
                </a:solidFill>
                <a:latin typeface="Arial" panose="020B0604020202020204" pitchFamily="34" charset="0"/>
              </a:rPr>
              <a:t>બીજું કાંઈ</a:t>
            </a:r>
            <a:r>
              <a:rPr lang="en-GB" sz="2200" b="1" dirty="0">
                <a:solidFill>
                  <a:srgbClr val="006600"/>
                </a:solidFill>
                <a:latin typeface="Arial" panose="020B0604020202020204" pitchFamily="34" charset="0"/>
                <a:cs typeface="Arial" panose="020B0604020202020204" pitchFamily="34" charset="0"/>
              </a:rPr>
              <a:t>?</a:t>
            </a:r>
            <a:r>
              <a:rPr lang="es-ES_tradnl" sz="2200" b="1" dirty="0">
                <a:solidFill>
                  <a:srgbClr val="006600"/>
                </a:solidFill>
                <a:latin typeface="Arial" panose="020B0604020202020204" pitchFamily="34" charset="0"/>
                <a:cs typeface="Arial" panose="020B0604020202020204" pitchFamily="34" charset="0"/>
              </a:rPr>
              <a:t>] </a:t>
            </a:r>
            <a:r>
              <a:rPr lang="es-ES_tradnl" sz="2200" b="1" dirty="0" smtClean="0">
                <a:solidFill>
                  <a:srgbClr val="006600"/>
                </a:solidFill>
                <a:latin typeface="Arial" panose="020B0604020202020204" pitchFamily="34" charset="0"/>
                <a:cs typeface="Arial" panose="020B0604020202020204" pitchFamily="34" charset="0"/>
              </a:rPr>
              <a:t/>
            </a:r>
            <a:br>
              <a:rPr lang="es-ES_tradnl" sz="2200" b="1" dirty="0" smtClean="0">
                <a:solidFill>
                  <a:srgbClr val="006600"/>
                </a:solidFill>
                <a:latin typeface="Arial" panose="020B0604020202020204" pitchFamily="34" charset="0"/>
                <a:cs typeface="Arial" panose="020B0604020202020204" pitchFamily="34" charset="0"/>
              </a:rPr>
            </a:br>
            <a:r>
              <a:rPr lang="en-GB" sz="22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Possible </a:t>
            </a:r>
            <a:r>
              <a:rPr lang="en-GB" sz="2200" b="1" dirty="0">
                <a:solidFill>
                  <a:srgbClr val="0000CC"/>
                </a:solidFill>
                <a:latin typeface="Arial" panose="020B0604020202020204" pitchFamily="34" charset="0"/>
                <a:ea typeface="Calibri" panose="020F0502020204030204" pitchFamily="34" charset="0"/>
                <a:cs typeface="Nirmala UI" panose="020B0502040204020203" pitchFamily="34" charset="0"/>
              </a:rPr>
              <a:t>candidate </a:t>
            </a:r>
            <a:r>
              <a:rPr lang="en-GB" sz="22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Response</a:t>
            </a:r>
            <a:br>
              <a:rPr lang="en-GB" sz="22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br>
            <a:r>
              <a:rPr lang="en-GB"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C - </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ભવિષ્યમાં </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મને સંયુક્ત રાષ્ટ્રસંઘ એટલે કે યુ.એન. સાથે કામ કરવાની </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ઈચ્છા </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છે જેથી બીજા દેશના </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લ</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કોને </a:t>
            </a:r>
            <a:r>
              <a:rPr lang="gu-IN" sz="2200" dirty="0">
                <a:solidFill>
                  <a:srgbClr val="0000CC"/>
                </a:solidFill>
                <a:latin typeface="Arial" panose="020B0604020202020204" pitchFamily="34" charset="0"/>
                <a:ea typeface="Calibri" panose="020F0502020204030204" pitchFamily="34" charset="0"/>
                <a:cs typeface="Nirmala UI" panose="020B0502040204020203" pitchFamily="34" charset="0"/>
              </a:rPr>
              <a:t>મળી શકાય અને તે દેશો વિશે </a:t>
            </a:r>
            <a:r>
              <a:rPr lang="gu-IN" sz="2200" dirty="0" smtClean="0">
                <a:solidFill>
                  <a:srgbClr val="0000CC"/>
                </a:solidFill>
                <a:latin typeface="Arial" panose="020B0604020202020204" pitchFamily="34" charset="0"/>
              </a:rPr>
              <a:t>જાણવા </a:t>
            </a:r>
            <a:r>
              <a:rPr lang="gu-IN" sz="2200" dirty="0">
                <a:solidFill>
                  <a:srgbClr val="0000CC"/>
                </a:solidFill>
                <a:latin typeface="Arial" panose="020B0604020202020204" pitchFamily="34" charset="0"/>
              </a:rPr>
              <a:t>પણ મળે</a:t>
            </a:r>
            <a:r>
              <a:rPr lang="gu-IN" sz="22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a:t>
            </a:r>
            <a:r>
              <a:rPr lang="gu-IN" sz="2200" dirty="0" smtClean="0">
                <a:solidFill>
                  <a:srgbClr val="0000CC"/>
                </a:solidFill>
                <a:latin typeface="Arial" panose="020B0604020202020204" pitchFamily="34" charset="0"/>
                <a:ea typeface="Calibri" panose="020F0502020204030204" pitchFamily="34" charset="0"/>
              </a:rPr>
              <a:t> </a:t>
            </a:r>
            <a:endParaRPr lang="gu-IN" sz="2200" dirty="0">
              <a:solidFill>
                <a:srgbClr val="C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41192432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22</a:t>
            </a:fld>
            <a:endParaRPr lang="en-GB" dirty="0" smtClean="0"/>
          </a:p>
        </p:txBody>
      </p:sp>
      <p:sp>
        <p:nvSpPr>
          <p:cNvPr id="11" name="Rectangle 2"/>
          <p:cNvSpPr>
            <a:spLocks noGrp="1" noChangeArrowheads="1"/>
          </p:cNvSpPr>
          <p:nvPr>
            <p:ph type="title"/>
          </p:nvPr>
        </p:nvSpPr>
        <p:spPr>
          <a:xfrm>
            <a:off x="381000" y="535919"/>
            <a:ext cx="9309232" cy="685800"/>
          </a:xfrm>
        </p:spPr>
        <p:txBody>
          <a:bodyPr/>
          <a:lstStyle/>
          <a:p>
            <a:r>
              <a:rPr lang="en-GB" sz="2400" dirty="0"/>
              <a:t>Pearson 2022 - Task 2 - (H) Picture Card HP4 - Ambitions</a:t>
            </a:r>
          </a:p>
        </p:txBody>
      </p:sp>
      <p:sp>
        <p:nvSpPr>
          <p:cNvPr id="2" name="Rectangle 1"/>
          <p:cNvSpPr/>
          <p:nvPr/>
        </p:nvSpPr>
        <p:spPr>
          <a:xfrm>
            <a:off x="735029" y="1449093"/>
            <a:ext cx="8435942" cy="4177810"/>
          </a:xfrm>
          <a:prstGeom prst="rect">
            <a:avLst/>
          </a:prstGeom>
        </p:spPr>
        <p:txBody>
          <a:bodyPr wrap="square">
            <a:spAutoFit/>
          </a:bodyPr>
          <a:lstStyle/>
          <a:p>
            <a:pPr marL="989013" marR="0" lvl="0" indent="-989013">
              <a:lnSpc>
                <a:spcPct val="100000"/>
              </a:lnSpc>
              <a:spcBef>
                <a:spcPts val="500"/>
              </a:spcBef>
              <a:spcAft>
                <a:spcPts val="500"/>
              </a:spcAft>
              <a:tabLst>
                <a:tab pos="357188" algn="l"/>
                <a:tab pos="989013" algn="l"/>
              </a:tabLst>
            </a:pPr>
            <a:r>
              <a:rPr lang="en-GB" sz="26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5</a:t>
            </a:r>
            <a:r>
              <a:rPr lang="gu-IN" sz="2600" dirty="0" smtClean="0">
                <a:solidFill>
                  <a:srgbClr val="990099"/>
                </a:solidFill>
                <a:latin typeface="Arial" panose="020B0604020202020204" pitchFamily="34" charset="0"/>
                <a:ea typeface="Calibri" panose="020F0502020204030204" pitchFamily="34" charset="0"/>
                <a:cs typeface="Nirmala UI" panose="020B0502040204020203" pitchFamily="34" charset="0"/>
              </a:rPr>
              <a:t>. </a:t>
            </a:r>
            <a:r>
              <a:rPr lang="en-GB" sz="2600" dirty="0">
                <a:solidFill>
                  <a:srgbClr val="990099"/>
                </a:solidFill>
                <a:latin typeface="Arial" panose="020B0604020202020204" pitchFamily="34" charset="0"/>
                <a:ea typeface="Calibri" panose="020F0502020204030204" pitchFamily="34" charset="0"/>
                <a:cs typeface="Arial" panose="020B0604020202020204" pitchFamily="34" charset="0"/>
              </a:rPr>
              <a:t>(</a:t>
            </a:r>
            <a:r>
              <a:rPr lang="en-GB" sz="2600" dirty="0" smtClean="0">
                <a:solidFill>
                  <a:srgbClr val="990099"/>
                </a:solidFill>
                <a:latin typeface="Arial" panose="020B0604020202020204" pitchFamily="34" charset="0"/>
                <a:ea typeface="Calibri" panose="020F0502020204030204" pitchFamily="34" charset="0"/>
                <a:cs typeface="Arial" panose="020B0604020202020204" pitchFamily="34" charset="0"/>
              </a:rPr>
              <a:t>C)	</a:t>
            </a:r>
            <a:r>
              <a:rPr lang="gu-IN" sz="2600" dirty="0" smtClean="0">
                <a:solidFill>
                  <a:srgbClr val="990099"/>
                </a:solidFill>
              </a:rPr>
              <a:t>! </a:t>
            </a:r>
            <a:r>
              <a:rPr lang="en-US" sz="2600" dirty="0">
                <a:solidFill>
                  <a:srgbClr val="990099"/>
                </a:solidFill>
              </a:rPr>
              <a:t>Examiner asks </a:t>
            </a:r>
            <a:r>
              <a:rPr lang="en-GB" sz="2600" dirty="0">
                <a:solidFill>
                  <a:srgbClr val="990099"/>
                </a:solidFill>
              </a:rPr>
              <a:t>unpredictable </a:t>
            </a:r>
            <a:r>
              <a:rPr lang="en-US" sz="2600" dirty="0">
                <a:solidFill>
                  <a:srgbClr val="990099"/>
                </a:solidFill>
              </a:rPr>
              <a:t>question - more general opinion on </a:t>
            </a:r>
            <a:r>
              <a:rPr lang="en-US" sz="2600" dirty="0" smtClean="0">
                <a:solidFill>
                  <a:srgbClr val="990099"/>
                </a:solidFill>
              </a:rPr>
              <a:t>topic - </a:t>
            </a:r>
            <a:endParaRPr lang="en-GB" sz="2600" dirty="0" smtClean="0">
              <a:solidFill>
                <a:srgbClr val="990099"/>
              </a:solidFill>
            </a:endParaRPr>
          </a:p>
          <a:p>
            <a:pPr marL="989013" lvl="0" indent="-989013" fontAlgn="auto">
              <a:spcBef>
                <a:spcPts val="500"/>
              </a:spcBef>
              <a:spcAft>
                <a:spcPts val="500"/>
              </a:spcAft>
              <a:tabLst>
                <a:tab pos="357188" algn="l"/>
                <a:tab pos="989013" algn="l"/>
              </a:tabLst>
              <a:defRPr/>
            </a:pPr>
            <a:r>
              <a:rPr lang="en-GB" sz="2600" b="1" dirty="0" smtClean="0">
                <a:solidFill>
                  <a:srgbClr val="006600"/>
                </a:solidFill>
                <a:latin typeface="Arial" panose="020B0604020202020204" pitchFamily="34" charset="0"/>
                <a:ea typeface="Calibri" panose="020F0502020204030204" pitchFamily="34" charset="0"/>
                <a:cs typeface="Nirmala UI" panose="020B0502040204020203" pitchFamily="34" charset="0"/>
              </a:rPr>
              <a:t>(E)</a:t>
            </a:r>
            <a:r>
              <a:rPr lang="gu-IN" sz="2600" b="1" dirty="0" smtClean="0">
                <a:solidFill>
                  <a:srgbClr val="006600"/>
                </a:solidFill>
                <a:latin typeface="Arial" panose="020B0604020202020204" pitchFamily="34" charset="0"/>
                <a:ea typeface="Calibri" panose="020F0502020204030204" pitchFamily="34" charset="0"/>
                <a:cs typeface="Nirmala UI" panose="020B0502040204020203" pitchFamily="34" charset="0"/>
              </a:rPr>
              <a:t> </a:t>
            </a:r>
            <a:r>
              <a:rPr lang="gu-IN" sz="2600" b="1" dirty="0" smtClean="0">
                <a:solidFill>
                  <a:srgbClr val="006600"/>
                </a:solidFill>
                <a:latin typeface="Arial" panose="020B0604020202020204" pitchFamily="34" charset="0"/>
              </a:rPr>
              <a:t>નાનાં </a:t>
            </a:r>
            <a:r>
              <a:rPr lang="gu-IN" sz="2600" b="1" dirty="0">
                <a:solidFill>
                  <a:srgbClr val="006600"/>
                </a:solidFill>
                <a:latin typeface="Arial" panose="020B0604020202020204" pitchFamily="34" charset="0"/>
              </a:rPr>
              <a:t>બાળકો સાથે કામ કામ કરવા વિશે તમારો શું અભિપ્રાય છે</a:t>
            </a:r>
            <a:r>
              <a:rPr lang="en-GB" sz="2600" b="1" dirty="0" smtClean="0">
                <a:solidFill>
                  <a:srgbClr val="006600"/>
                </a:solidFill>
                <a:latin typeface="Arial" panose="020B0604020202020204" pitchFamily="34" charset="0"/>
                <a:cs typeface="Arial" panose="020B0604020202020204" pitchFamily="34" charset="0"/>
              </a:rPr>
              <a:t>?</a:t>
            </a:r>
            <a:r>
              <a:rPr lang="gu-IN" sz="2600" b="1" dirty="0" smtClean="0">
                <a:solidFill>
                  <a:srgbClr val="006600"/>
                </a:solidFill>
                <a:latin typeface="Arial" panose="020B0604020202020204" pitchFamily="34" charset="0"/>
                <a:cs typeface="Arial" panose="020B0604020202020204" pitchFamily="34" charset="0"/>
              </a:rPr>
              <a:t>  </a:t>
            </a:r>
            <a:r>
              <a:rPr lang="es-ES_tradnl" sz="2600" b="1" dirty="0" smtClean="0">
                <a:solidFill>
                  <a:srgbClr val="006600"/>
                </a:solidFill>
                <a:latin typeface="Arial" panose="020B0604020202020204" pitchFamily="34" charset="0"/>
                <a:cs typeface="Arial" panose="020B0604020202020204" pitchFamily="34" charset="0"/>
              </a:rPr>
              <a:t>[</a:t>
            </a:r>
            <a:r>
              <a:rPr lang="gu-IN" sz="2600" b="1" dirty="0">
                <a:solidFill>
                  <a:srgbClr val="006600"/>
                </a:solidFill>
                <a:latin typeface="Arial" panose="020B0604020202020204" pitchFamily="34" charset="0"/>
              </a:rPr>
              <a:t>શા માટે</a:t>
            </a:r>
            <a:r>
              <a:rPr lang="es-ES_tradnl" sz="2600" b="1" dirty="0">
                <a:solidFill>
                  <a:srgbClr val="006600"/>
                </a:solidFill>
                <a:latin typeface="Arial" panose="020B0604020202020204" pitchFamily="34" charset="0"/>
                <a:cs typeface="Arial" panose="020B0604020202020204" pitchFamily="34" charset="0"/>
              </a:rPr>
              <a:t>?/</a:t>
            </a:r>
            <a:r>
              <a:rPr lang="gu-IN" sz="2600" b="1" dirty="0">
                <a:solidFill>
                  <a:srgbClr val="006600"/>
                </a:solidFill>
                <a:latin typeface="Arial" panose="020B0604020202020204" pitchFamily="34" charset="0"/>
              </a:rPr>
              <a:t>બીજું કાંઈ</a:t>
            </a:r>
            <a:r>
              <a:rPr lang="en-GB" sz="2600" b="1" dirty="0">
                <a:solidFill>
                  <a:srgbClr val="006600"/>
                </a:solidFill>
                <a:latin typeface="Arial" panose="020B0604020202020204" pitchFamily="34" charset="0"/>
                <a:cs typeface="Arial" panose="020B0604020202020204" pitchFamily="34" charset="0"/>
              </a:rPr>
              <a:t>?</a:t>
            </a:r>
            <a:r>
              <a:rPr lang="es-ES_tradnl" sz="2600" b="1" dirty="0">
                <a:solidFill>
                  <a:srgbClr val="006600"/>
                </a:solidFill>
                <a:latin typeface="Arial" panose="020B0604020202020204" pitchFamily="34" charset="0"/>
                <a:cs typeface="Arial" panose="020B0604020202020204" pitchFamily="34" charset="0"/>
              </a:rPr>
              <a:t>] </a:t>
            </a:r>
            <a:endParaRPr lang="en-GB" sz="2600" b="1" dirty="0">
              <a:solidFill>
                <a:srgbClr val="006600"/>
              </a:solidFill>
              <a:latin typeface="Arial" panose="020B0604020202020204" pitchFamily="34" charset="0"/>
              <a:cs typeface="Arial" panose="020B0604020202020204" pitchFamily="34" charset="0"/>
            </a:endParaRPr>
          </a:p>
          <a:p>
            <a:pPr>
              <a:lnSpc>
                <a:spcPct val="107000"/>
              </a:lnSpc>
              <a:spcBef>
                <a:spcPts val="0"/>
              </a:spcBef>
              <a:spcAft>
                <a:spcPts val="800"/>
              </a:spcAft>
              <a:tabLst>
                <a:tab pos="357188" algn="l"/>
                <a:tab pos="989013" algn="l"/>
              </a:tabLst>
            </a:pPr>
            <a:r>
              <a:rPr lang="en-GB" sz="25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Possible </a:t>
            </a:r>
            <a:r>
              <a:rPr lang="en-GB" sz="2500" b="1" dirty="0">
                <a:solidFill>
                  <a:srgbClr val="0000CC"/>
                </a:solidFill>
                <a:latin typeface="Arial" panose="020B0604020202020204" pitchFamily="34" charset="0"/>
                <a:ea typeface="Calibri" panose="020F0502020204030204" pitchFamily="34" charset="0"/>
                <a:cs typeface="Nirmala UI" panose="020B0502040204020203" pitchFamily="34" charset="0"/>
              </a:rPr>
              <a:t>candidate </a:t>
            </a:r>
            <a:r>
              <a:rPr lang="en-GB" sz="2500" b="1"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Responses - amend</a:t>
            </a:r>
          </a:p>
          <a:p>
            <a:pPr>
              <a:lnSpc>
                <a:spcPct val="107000"/>
              </a:lnSpc>
              <a:spcBef>
                <a:spcPts val="0"/>
              </a:spcBef>
              <a:spcAft>
                <a:spcPts val="800"/>
              </a:spcAft>
              <a:tabLst>
                <a:tab pos="989013" algn="l"/>
              </a:tabLst>
            </a:pPr>
            <a:r>
              <a:rPr lang="gu-IN" sz="27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મને </a:t>
            </a:r>
            <a:r>
              <a:rPr lang="gu-IN" sz="2700" dirty="0">
                <a:solidFill>
                  <a:srgbClr val="0000CC"/>
                </a:solidFill>
                <a:latin typeface="Arial" panose="020B0604020202020204" pitchFamily="34" charset="0"/>
                <a:ea typeface="Calibri" panose="020F0502020204030204" pitchFamily="34" charset="0"/>
                <a:cs typeface="Nirmala UI" panose="020B0502040204020203" pitchFamily="34" charset="0"/>
              </a:rPr>
              <a:t>લાગે છે કે </a:t>
            </a:r>
            <a:r>
              <a:rPr lang="gu-IN" sz="2700" dirty="0">
                <a:solidFill>
                  <a:srgbClr val="0000CC"/>
                </a:solidFill>
                <a:latin typeface="Arial" panose="020B0604020202020204" pitchFamily="34" charset="0"/>
              </a:rPr>
              <a:t>નાનાં બાળકો સાથે કામ </a:t>
            </a:r>
            <a:r>
              <a:rPr lang="gu-IN" sz="2700" dirty="0" smtClean="0">
                <a:solidFill>
                  <a:srgbClr val="0000CC"/>
                </a:solidFill>
                <a:latin typeface="Arial" panose="020B0604020202020204" pitchFamily="34" charset="0"/>
              </a:rPr>
              <a:t>કરવાનો આનુભવ લેવો જરૂરી છે</a:t>
            </a:r>
            <a:r>
              <a:rPr lang="en-GB" sz="2700" dirty="0" smtClean="0">
                <a:solidFill>
                  <a:srgbClr val="0000CC"/>
                </a:solidFill>
                <a:latin typeface="Arial" panose="020B0604020202020204" pitchFamily="34" charset="0"/>
              </a:rPr>
              <a:t>, </a:t>
            </a:r>
            <a:r>
              <a:rPr lang="gu-IN" sz="2700" dirty="0" smtClean="0">
                <a:solidFill>
                  <a:srgbClr val="0000CC"/>
                </a:solidFill>
                <a:latin typeface="Arial" panose="020B0604020202020204" pitchFamily="34" charset="0"/>
              </a:rPr>
              <a:t>કારણ કે તેનાથી </a:t>
            </a:r>
            <a:r>
              <a:rPr lang="gu-IN" sz="27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બાળકો</a:t>
            </a:r>
            <a:r>
              <a:rPr lang="gu-IN" sz="2700" dirty="0" smtClean="0">
                <a:solidFill>
                  <a:srgbClr val="0000CC"/>
                </a:solidFill>
                <a:latin typeface="Arial" panose="020B0604020202020204" pitchFamily="34" charset="0"/>
              </a:rPr>
              <a:t> </a:t>
            </a:r>
            <a:r>
              <a:rPr lang="gu-IN" sz="2700" dirty="0">
                <a:solidFill>
                  <a:srgbClr val="0000CC"/>
                </a:solidFill>
                <a:latin typeface="Arial" panose="020B0604020202020204" pitchFamily="34" charset="0"/>
              </a:rPr>
              <a:t>સાથે </a:t>
            </a:r>
            <a:r>
              <a:rPr lang="gu-IN" sz="2700" dirty="0" smtClean="0">
                <a:solidFill>
                  <a:srgbClr val="0000CC"/>
                </a:solidFill>
                <a:latin typeface="Arial" panose="020B0604020202020204" pitchFamily="34" charset="0"/>
              </a:rPr>
              <a:t>વાર્તા કરવી, રમતો રમવી એવી જુદી</a:t>
            </a:r>
            <a:r>
              <a:rPr lang="en-GB" sz="2700" dirty="0" smtClean="0">
                <a:solidFill>
                  <a:srgbClr val="0000CC"/>
                </a:solidFill>
                <a:latin typeface="Arial" panose="020B0604020202020204" pitchFamily="34" charset="0"/>
              </a:rPr>
              <a:t> </a:t>
            </a:r>
            <a:r>
              <a:rPr lang="gu-IN" sz="2700" dirty="0" smtClean="0">
                <a:solidFill>
                  <a:srgbClr val="0000CC"/>
                </a:solidFill>
                <a:latin typeface="Arial" panose="020B0604020202020204" pitchFamily="34" charset="0"/>
              </a:rPr>
              <a:t>જુદી પ્રવૃત્તિઓ વિશે અને </a:t>
            </a:r>
            <a:r>
              <a:rPr lang="gu-IN" sz="27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બાળકો </a:t>
            </a:r>
            <a:r>
              <a:rPr lang="gu-IN" sz="2700" dirty="0">
                <a:solidFill>
                  <a:srgbClr val="0000CC"/>
                </a:solidFill>
                <a:latin typeface="Arial" panose="020B0604020202020204" pitchFamily="34" charset="0"/>
                <a:ea typeface="Calibri" panose="020F0502020204030204" pitchFamily="34" charset="0"/>
                <a:cs typeface="Nirmala UI" panose="020B0502040204020203" pitchFamily="34" charset="0"/>
              </a:rPr>
              <a:t>સાથે કેવી રીતે વર્તન કરવું તે </a:t>
            </a:r>
            <a:r>
              <a:rPr lang="gu-IN" sz="2700" dirty="0" smtClean="0">
                <a:solidFill>
                  <a:srgbClr val="0000CC"/>
                </a:solidFill>
                <a:latin typeface="Arial" panose="020B0604020202020204" pitchFamily="34" charset="0"/>
                <a:ea typeface="Calibri" panose="020F0502020204030204" pitchFamily="34" charset="0"/>
                <a:cs typeface="Nirmala UI" panose="020B0502040204020203" pitchFamily="34" charset="0"/>
              </a:rPr>
              <a:t>શીખવા </a:t>
            </a:r>
            <a:r>
              <a:rPr lang="gu-IN" sz="2700" dirty="0">
                <a:solidFill>
                  <a:srgbClr val="0000CC"/>
                </a:solidFill>
                <a:latin typeface="Arial" panose="020B0604020202020204" pitchFamily="34" charset="0"/>
                <a:ea typeface="Calibri" panose="020F0502020204030204" pitchFamily="34" charset="0"/>
                <a:cs typeface="Nirmala UI" panose="020B0502040204020203" pitchFamily="34" charset="0"/>
              </a:rPr>
              <a:t>મળે છે. </a:t>
            </a:r>
          </a:p>
        </p:txBody>
      </p:sp>
    </p:spTree>
    <p:extLst>
      <p:ext uri="{BB962C8B-B14F-4D97-AF65-F5344CB8AC3E}">
        <p14:creationId xmlns:p14="http://schemas.microsoft.com/office/powerpoint/2010/main" val="3563745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23</a:t>
            </a:fld>
            <a:endParaRPr lang="en-GB" dirty="0" smtClean="0"/>
          </a:p>
        </p:txBody>
      </p:sp>
      <p:sp>
        <p:nvSpPr>
          <p:cNvPr id="160771" name="Rectangle 3"/>
          <p:cNvSpPr>
            <a:spLocks noGrp="1" noChangeArrowheads="1"/>
          </p:cNvSpPr>
          <p:nvPr>
            <p:ph type="body" idx="1"/>
          </p:nvPr>
        </p:nvSpPr>
        <p:spPr>
          <a:xfrm>
            <a:off x="381001" y="1524000"/>
            <a:ext cx="8915400" cy="4438513"/>
          </a:xfrm>
        </p:spPr>
        <p:txBody>
          <a:bodyPr/>
          <a:lstStyle/>
          <a:p>
            <a:pPr marL="0" indent="0">
              <a:spcBef>
                <a:spcPts val="0"/>
              </a:spcBef>
              <a:spcAft>
                <a:spcPts val="800"/>
              </a:spcAft>
              <a:buNone/>
            </a:pPr>
            <a:r>
              <a:rPr lang="en-GB" sz="2600" b="1" dirty="0" smtClean="0">
                <a:solidFill>
                  <a:srgbClr val="C00000"/>
                </a:solidFill>
                <a:ea typeface="Calibri" panose="020F0502020204030204" pitchFamily="34" charset="0"/>
              </a:rPr>
              <a:t>Some Comments from Examiner’s Reports - Conversation </a:t>
            </a:r>
          </a:p>
          <a:p>
            <a:pPr>
              <a:spcBef>
                <a:spcPts val="0"/>
              </a:spcBef>
              <a:spcAft>
                <a:spcPts val="800"/>
              </a:spcAft>
            </a:pPr>
            <a:r>
              <a:rPr lang="en-GB" sz="2600" dirty="0" smtClean="0">
                <a:ea typeface="Calibri" panose="020F0502020204030204" pitchFamily="34" charset="0"/>
              </a:rPr>
              <a:t>Some centres </a:t>
            </a:r>
            <a:r>
              <a:rPr lang="en-GB" sz="2600" dirty="0" smtClean="0">
                <a:solidFill>
                  <a:srgbClr val="C00000"/>
                </a:solidFill>
                <a:ea typeface="Calibri" panose="020F0502020204030204" pitchFamily="34" charset="0"/>
              </a:rPr>
              <a:t>exceeded one minute </a:t>
            </a:r>
            <a:r>
              <a:rPr lang="en-GB" sz="2600" dirty="0">
                <a:ea typeface="Calibri" panose="020F0502020204030204" pitchFamily="34" charset="0"/>
              </a:rPr>
              <a:t>time limit with the monologue taking </a:t>
            </a:r>
            <a:r>
              <a:rPr lang="en-GB" sz="2600" dirty="0">
                <a:solidFill>
                  <a:srgbClr val="C00000"/>
                </a:solidFill>
                <a:ea typeface="Calibri" panose="020F0502020204030204" pitchFamily="34" charset="0"/>
              </a:rPr>
              <a:t>between 3-4 minutes</a:t>
            </a:r>
            <a:r>
              <a:rPr lang="en-GB" sz="2600" dirty="0">
                <a:ea typeface="Calibri" panose="020F0502020204030204" pitchFamily="34" charset="0"/>
              </a:rPr>
              <a:t>.</a:t>
            </a:r>
          </a:p>
          <a:p>
            <a:pPr>
              <a:spcBef>
                <a:spcPts val="0"/>
              </a:spcBef>
              <a:spcAft>
                <a:spcPts val="800"/>
              </a:spcAft>
            </a:pPr>
            <a:r>
              <a:rPr lang="en-GB" sz="2600" dirty="0">
                <a:ea typeface="Calibri" panose="020F0502020204030204" pitchFamily="34" charset="0"/>
              </a:rPr>
              <a:t>Some </a:t>
            </a:r>
            <a:r>
              <a:rPr lang="en-GB" sz="2600" dirty="0" smtClean="0">
                <a:ea typeface="Calibri" panose="020F0502020204030204" pitchFamily="34" charset="0"/>
              </a:rPr>
              <a:t>T/</a:t>
            </a:r>
            <a:r>
              <a:rPr lang="en-GB" sz="2600" dirty="0" err="1" smtClean="0">
                <a:ea typeface="Calibri" panose="020F0502020204030204" pitchFamily="34" charset="0"/>
              </a:rPr>
              <a:t>Es</a:t>
            </a:r>
            <a:r>
              <a:rPr lang="en-GB" sz="2600" dirty="0" smtClean="0">
                <a:ea typeface="Calibri" panose="020F0502020204030204" pitchFamily="34" charset="0"/>
              </a:rPr>
              <a:t> </a:t>
            </a:r>
            <a:r>
              <a:rPr lang="en-GB" sz="2600" dirty="0">
                <a:ea typeface="Calibri" panose="020F0502020204030204" pitchFamily="34" charset="0"/>
              </a:rPr>
              <a:t>also failed to ask questions beyond </a:t>
            </a:r>
            <a:r>
              <a:rPr lang="en-GB" sz="2600" dirty="0" smtClean="0">
                <a:ea typeface="Calibri" panose="020F0502020204030204" pitchFamily="34" charset="0"/>
              </a:rPr>
              <a:t>the candidate’s </a:t>
            </a:r>
            <a:r>
              <a:rPr lang="en-GB" sz="2600" dirty="0">
                <a:ea typeface="Calibri" panose="020F0502020204030204" pitchFamily="34" charset="0"/>
              </a:rPr>
              <a:t>presentation, and this meant they were asking questions that </a:t>
            </a:r>
            <a:r>
              <a:rPr lang="en-GB" sz="2600" dirty="0" smtClean="0">
                <a:ea typeface="Calibri" panose="020F0502020204030204" pitchFamily="34" charset="0"/>
              </a:rPr>
              <a:t>candidates had mentioned </a:t>
            </a:r>
            <a:r>
              <a:rPr lang="en-GB" sz="2600" dirty="0">
                <a:ea typeface="Calibri" panose="020F0502020204030204" pitchFamily="34" charset="0"/>
              </a:rPr>
              <a:t>within their </a:t>
            </a:r>
            <a:r>
              <a:rPr lang="en-GB" sz="2600" dirty="0">
                <a:solidFill>
                  <a:srgbClr val="C00000"/>
                </a:solidFill>
                <a:ea typeface="Calibri" panose="020F0502020204030204" pitchFamily="34" charset="0"/>
              </a:rPr>
              <a:t>own </a:t>
            </a:r>
            <a:r>
              <a:rPr lang="en-GB" sz="2600" dirty="0" smtClean="0">
                <a:solidFill>
                  <a:srgbClr val="C00000"/>
                </a:solidFill>
                <a:ea typeface="Calibri" panose="020F0502020204030204" pitchFamily="34" charset="0"/>
              </a:rPr>
              <a:t>monologue/presentation</a:t>
            </a:r>
            <a:r>
              <a:rPr lang="en-GB" sz="2600" dirty="0" smtClean="0">
                <a:ea typeface="Calibri" panose="020F0502020204030204" pitchFamily="34" charset="0"/>
              </a:rPr>
              <a:t>. </a:t>
            </a:r>
          </a:p>
          <a:p>
            <a:pPr>
              <a:spcBef>
                <a:spcPts val="0"/>
              </a:spcBef>
              <a:spcAft>
                <a:spcPts val="800"/>
              </a:spcAft>
            </a:pPr>
            <a:r>
              <a:rPr lang="en-GB" sz="2600" dirty="0" smtClean="0">
                <a:ea typeface="Calibri" panose="020F0502020204030204" pitchFamily="34" charset="0"/>
              </a:rPr>
              <a:t>On </a:t>
            </a:r>
            <a:r>
              <a:rPr lang="en-GB" sz="2600" dirty="0">
                <a:ea typeface="Calibri" panose="020F0502020204030204" pitchFamily="34" charset="0"/>
              </a:rPr>
              <a:t>numerous </a:t>
            </a:r>
            <a:r>
              <a:rPr lang="en-GB" sz="2600" dirty="0" smtClean="0">
                <a:ea typeface="Calibri" panose="020F0502020204030204" pitchFamily="34" charset="0"/>
              </a:rPr>
              <a:t>occasions, some T/</a:t>
            </a:r>
            <a:r>
              <a:rPr lang="en-GB" sz="2600" dirty="0" err="1" smtClean="0">
                <a:ea typeface="Calibri" panose="020F0502020204030204" pitchFamily="34" charset="0"/>
              </a:rPr>
              <a:t>Es</a:t>
            </a:r>
            <a:r>
              <a:rPr lang="en-GB" sz="2600" dirty="0" smtClean="0">
                <a:ea typeface="Calibri" panose="020F0502020204030204" pitchFamily="34" charset="0"/>
              </a:rPr>
              <a:t> asked questions </a:t>
            </a:r>
            <a:r>
              <a:rPr lang="en-GB" sz="2600" dirty="0" smtClean="0">
                <a:solidFill>
                  <a:srgbClr val="C00000"/>
                </a:solidFill>
                <a:ea typeface="Calibri" panose="020F0502020204030204" pitchFamily="34" charset="0"/>
              </a:rPr>
              <a:t>other than </a:t>
            </a:r>
            <a:r>
              <a:rPr lang="en-GB" sz="2600" dirty="0">
                <a:solidFill>
                  <a:srgbClr val="C00000"/>
                </a:solidFill>
                <a:ea typeface="Calibri" panose="020F0502020204030204" pitchFamily="34" charset="0"/>
              </a:rPr>
              <a:t>the Theme </a:t>
            </a:r>
            <a:r>
              <a:rPr lang="en-GB" sz="2600" dirty="0">
                <a:ea typeface="Calibri" panose="020F0502020204030204" pitchFamily="34" charset="0"/>
              </a:rPr>
              <a:t>which was </a:t>
            </a:r>
            <a:r>
              <a:rPr lang="en-GB" sz="2600" dirty="0" smtClean="0">
                <a:ea typeface="Calibri" panose="020F0502020204030204" pitchFamily="34" charset="0"/>
              </a:rPr>
              <a:t>being discussed.</a:t>
            </a:r>
            <a:endParaRPr lang="en-GB" sz="2600" dirty="0">
              <a:ea typeface="Calibri" panose="020F0502020204030204" pitchFamily="34" charset="0"/>
            </a:endParaRPr>
          </a:p>
        </p:txBody>
      </p:sp>
      <p:sp>
        <p:nvSpPr>
          <p:cNvPr id="11" name="Rectangle 2"/>
          <p:cNvSpPr>
            <a:spLocks noGrp="1" noChangeArrowheads="1"/>
          </p:cNvSpPr>
          <p:nvPr>
            <p:ph type="title"/>
          </p:nvPr>
        </p:nvSpPr>
        <p:spPr>
          <a:xfrm>
            <a:off x="381000" y="685799"/>
            <a:ext cx="9309232" cy="535919"/>
          </a:xfrm>
        </p:spPr>
        <p:txBody>
          <a:bodyPr/>
          <a:lstStyle/>
          <a:p>
            <a:r>
              <a:rPr lang="en-GB" sz="2800" b="1" dirty="0">
                <a:solidFill>
                  <a:srgbClr val="0000CC"/>
                </a:solidFill>
                <a:latin typeface="Arial" panose="020B0604020202020204" pitchFamily="34" charset="0"/>
                <a:cs typeface="Arial" panose="020B0604020202020204" pitchFamily="34" charset="0"/>
              </a:rPr>
              <a:t>Task </a:t>
            </a:r>
            <a:r>
              <a:rPr lang="en-GB" sz="2800" b="1" dirty="0" smtClean="0">
                <a:solidFill>
                  <a:srgbClr val="0000CC"/>
                </a:solidFill>
                <a:latin typeface="Arial" panose="020B0604020202020204" pitchFamily="34" charset="0"/>
                <a:cs typeface="Arial" panose="020B0604020202020204" pitchFamily="34" charset="0"/>
              </a:rPr>
              <a:t>3 – Conversation (Part 1)</a:t>
            </a:r>
            <a:endParaRPr lang="en-GB" sz="2800" dirty="0">
              <a:solidFill>
                <a:srgbClr val="0000C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93680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24</a:t>
            </a:fld>
            <a:endParaRPr lang="en-GB" dirty="0" smtClean="0"/>
          </a:p>
        </p:txBody>
      </p:sp>
      <p:sp>
        <p:nvSpPr>
          <p:cNvPr id="160771" name="Rectangle 3"/>
          <p:cNvSpPr>
            <a:spLocks noGrp="1" noChangeArrowheads="1"/>
          </p:cNvSpPr>
          <p:nvPr>
            <p:ph type="body" idx="1"/>
          </p:nvPr>
        </p:nvSpPr>
        <p:spPr>
          <a:xfrm>
            <a:off x="228600" y="1434443"/>
            <a:ext cx="9372600" cy="4661557"/>
          </a:xfrm>
        </p:spPr>
        <p:txBody>
          <a:bodyPr/>
          <a:lstStyle/>
          <a:p>
            <a:pPr>
              <a:spcBef>
                <a:spcPts val="0"/>
              </a:spcBef>
              <a:spcAft>
                <a:spcPts val="800"/>
              </a:spcAft>
            </a:pPr>
            <a:r>
              <a:rPr lang="en-GB" sz="2500" dirty="0" smtClean="0">
                <a:ea typeface="Calibri" panose="020F0502020204030204" pitchFamily="34" charset="0"/>
              </a:rPr>
              <a:t>Some T/</a:t>
            </a:r>
            <a:r>
              <a:rPr lang="en-GB" sz="2500" dirty="0" err="1" smtClean="0">
                <a:ea typeface="Calibri" panose="020F0502020204030204" pitchFamily="34" charset="0"/>
              </a:rPr>
              <a:t>Es</a:t>
            </a:r>
            <a:r>
              <a:rPr lang="en-GB" sz="2500" dirty="0" smtClean="0">
                <a:ea typeface="Calibri" panose="020F0502020204030204" pitchFamily="34" charset="0"/>
              </a:rPr>
              <a:t> </a:t>
            </a:r>
            <a:r>
              <a:rPr lang="en-GB" sz="2500" dirty="0">
                <a:ea typeface="Calibri" panose="020F0502020204030204" pitchFamily="34" charset="0"/>
              </a:rPr>
              <a:t>are still </a:t>
            </a:r>
            <a:r>
              <a:rPr lang="en-GB" sz="2500" dirty="0">
                <a:solidFill>
                  <a:srgbClr val="C00000"/>
                </a:solidFill>
                <a:ea typeface="Calibri" panose="020F0502020204030204" pitchFamily="34" charset="0"/>
              </a:rPr>
              <a:t>relying</a:t>
            </a:r>
            <a:r>
              <a:rPr lang="en-GB" sz="2500" dirty="0">
                <a:ea typeface="Calibri" panose="020F0502020204030204" pitchFamily="34" charset="0"/>
              </a:rPr>
              <a:t> on a list of </a:t>
            </a:r>
            <a:r>
              <a:rPr lang="en-GB" sz="2500" dirty="0">
                <a:solidFill>
                  <a:srgbClr val="C00000"/>
                </a:solidFill>
                <a:ea typeface="Calibri" panose="020F0502020204030204" pitchFamily="34" charset="0"/>
              </a:rPr>
              <a:t>prepared </a:t>
            </a:r>
            <a:r>
              <a:rPr lang="en-GB" sz="2500" dirty="0" smtClean="0">
                <a:solidFill>
                  <a:srgbClr val="C00000"/>
                </a:solidFill>
                <a:ea typeface="Calibri" panose="020F0502020204030204" pitchFamily="34" charset="0"/>
              </a:rPr>
              <a:t>questions</a:t>
            </a:r>
            <a:r>
              <a:rPr lang="en-GB" sz="2500" dirty="0" smtClean="0">
                <a:ea typeface="Calibri" panose="020F0502020204030204" pitchFamily="34" charset="0"/>
              </a:rPr>
              <a:t>, </a:t>
            </a:r>
            <a:r>
              <a:rPr lang="en-GB" sz="2500" dirty="0">
                <a:ea typeface="Calibri" panose="020F0502020204030204" pitchFamily="34" charset="0"/>
              </a:rPr>
              <a:t>and in one extreme </a:t>
            </a:r>
            <a:r>
              <a:rPr lang="en-GB" sz="2500" dirty="0" smtClean="0">
                <a:ea typeface="Calibri" panose="020F0502020204030204" pitchFamily="34" charset="0"/>
              </a:rPr>
              <a:t>case, </a:t>
            </a:r>
            <a:r>
              <a:rPr lang="en-GB" sz="2500" dirty="0">
                <a:ea typeface="Calibri" panose="020F0502020204030204" pitchFamily="34" charset="0"/>
              </a:rPr>
              <a:t>almost</a:t>
            </a:r>
            <a:r>
              <a:rPr lang="en-GB" sz="2500" dirty="0">
                <a:solidFill>
                  <a:srgbClr val="C00000"/>
                </a:solidFill>
                <a:ea typeface="Calibri" panose="020F0502020204030204" pitchFamily="34" charset="0"/>
              </a:rPr>
              <a:t> all the </a:t>
            </a:r>
            <a:r>
              <a:rPr lang="en-GB" sz="2500" dirty="0" smtClean="0">
                <a:solidFill>
                  <a:srgbClr val="C00000"/>
                </a:solidFill>
                <a:ea typeface="Calibri" panose="020F0502020204030204" pitchFamily="34" charset="0"/>
              </a:rPr>
              <a:t>candidates </a:t>
            </a:r>
            <a:r>
              <a:rPr lang="en-GB" sz="2500" dirty="0">
                <a:solidFill>
                  <a:srgbClr val="C00000"/>
                </a:solidFill>
                <a:ea typeface="Calibri" panose="020F0502020204030204" pitchFamily="34" charset="0"/>
              </a:rPr>
              <a:t>had been directed to prepare the same topic </a:t>
            </a:r>
            <a:r>
              <a:rPr lang="en-GB" sz="2500" dirty="0">
                <a:ea typeface="Calibri" panose="020F0502020204030204" pitchFamily="34" charset="0"/>
              </a:rPr>
              <a:t>for Conversation 1, even to the extent of providing</a:t>
            </a:r>
            <a:r>
              <a:rPr lang="en-GB" sz="2500" dirty="0">
                <a:solidFill>
                  <a:srgbClr val="C00000"/>
                </a:solidFill>
                <a:ea typeface="Calibri" panose="020F0502020204030204" pitchFamily="34" charset="0"/>
              </a:rPr>
              <a:t> identical introductions for the </a:t>
            </a:r>
            <a:r>
              <a:rPr lang="en-GB" sz="2500" dirty="0" smtClean="0">
                <a:solidFill>
                  <a:srgbClr val="C00000"/>
                </a:solidFill>
                <a:ea typeface="Calibri" panose="020F0502020204030204" pitchFamily="34" charset="0"/>
              </a:rPr>
              <a:t>1</a:t>
            </a:r>
            <a:r>
              <a:rPr lang="en-GB" sz="2500" baseline="30000" dirty="0" smtClean="0">
                <a:solidFill>
                  <a:srgbClr val="C00000"/>
                </a:solidFill>
                <a:ea typeface="Calibri" panose="020F0502020204030204" pitchFamily="34" charset="0"/>
              </a:rPr>
              <a:t>st</a:t>
            </a:r>
            <a:r>
              <a:rPr lang="en-GB" sz="2500" dirty="0" smtClean="0">
                <a:solidFill>
                  <a:srgbClr val="C00000"/>
                </a:solidFill>
                <a:ea typeface="Calibri" panose="020F0502020204030204" pitchFamily="34" charset="0"/>
              </a:rPr>
              <a:t> minute</a:t>
            </a:r>
            <a:r>
              <a:rPr lang="en-GB" sz="2500" dirty="0" smtClean="0">
                <a:ea typeface="Calibri" panose="020F0502020204030204" pitchFamily="34" charset="0"/>
              </a:rPr>
              <a:t>.</a:t>
            </a:r>
          </a:p>
          <a:p>
            <a:pPr>
              <a:spcBef>
                <a:spcPts val="0"/>
              </a:spcBef>
              <a:spcAft>
                <a:spcPts val="800"/>
              </a:spcAft>
            </a:pPr>
            <a:r>
              <a:rPr lang="en-GB" dirty="0"/>
              <a:t>Some T/</a:t>
            </a:r>
            <a:r>
              <a:rPr lang="en-GB" dirty="0" err="1"/>
              <a:t>Es</a:t>
            </a:r>
            <a:r>
              <a:rPr lang="en-GB" dirty="0"/>
              <a:t> read out the </a:t>
            </a:r>
            <a:r>
              <a:rPr lang="en-GB" dirty="0">
                <a:solidFill>
                  <a:srgbClr val="C00000"/>
                </a:solidFill>
              </a:rPr>
              <a:t>same questions to each of the candidates so that the examination became a question and answer session instead of a spontaneous </a:t>
            </a:r>
            <a:r>
              <a:rPr lang="en-GB" dirty="0" smtClean="0">
                <a:solidFill>
                  <a:srgbClr val="C00000"/>
                </a:solidFill>
              </a:rPr>
              <a:t>conversation.</a:t>
            </a:r>
          </a:p>
          <a:p>
            <a:pPr>
              <a:spcBef>
                <a:spcPts val="0"/>
              </a:spcBef>
              <a:spcAft>
                <a:spcPts val="800"/>
              </a:spcAft>
            </a:pPr>
            <a:r>
              <a:rPr lang="en-GB" sz="2500" dirty="0" smtClean="0">
                <a:ea typeface="Calibri" panose="020F0502020204030204" pitchFamily="34" charset="0"/>
              </a:rPr>
              <a:t>Some T/</a:t>
            </a:r>
            <a:r>
              <a:rPr lang="en-GB" sz="2500" dirty="0" err="1" smtClean="0">
                <a:ea typeface="Calibri" panose="020F0502020204030204" pitchFamily="34" charset="0"/>
              </a:rPr>
              <a:t>Es</a:t>
            </a:r>
            <a:r>
              <a:rPr lang="en-GB" sz="2500" dirty="0" smtClean="0">
                <a:ea typeface="Calibri" panose="020F0502020204030204" pitchFamily="34" charset="0"/>
              </a:rPr>
              <a:t> had clearly </a:t>
            </a:r>
            <a:r>
              <a:rPr lang="en-GB" sz="2500" dirty="0" smtClean="0">
                <a:solidFill>
                  <a:srgbClr val="C00000"/>
                </a:solidFill>
                <a:ea typeface="Calibri" panose="020F0502020204030204" pitchFamily="34" charset="0"/>
              </a:rPr>
              <a:t>not been listening </a:t>
            </a:r>
            <a:r>
              <a:rPr lang="en-GB" sz="2500" dirty="0" smtClean="0">
                <a:ea typeface="Calibri" panose="020F0502020204030204" pitchFamily="34" charset="0"/>
              </a:rPr>
              <a:t>carefully to what the candidates were saying and </a:t>
            </a:r>
            <a:r>
              <a:rPr lang="en-GB" sz="2500" dirty="0" smtClean="0">
                <a:solidFill>
                  <a:srgbClr val="C00000"/>
                </a:solidFill>
                <a:ea typeface="Calibri" panose="020F0502020204030204" pitchFamily="34" charset="0"/>
              </a:rPr>
              <a:t>confused</a:t>
            </a:r>
            <a:r>
              <a:rPr lang="en-GB" sz="2500" dirty="0" smtClean="0">
                <a:ea typeface="Calibri" panose="020F0502020204030204" pitchFamily="34" charset="0"/>
              </a:rPr>
              <a:t> them by asking questions, the answers to which had already been </a:t>
            </a:r>
            <a:r>
              <a:rPr lang="en-GB" sz="2500" dirty="0" smtClean="0">
                <a:solidFill>
                  <a:srgbClr val="C00000"/>
                </a:solidFill>
                <a:ea typeface="Calibri" panose="020F0502020204030204" pitchFamily="34" charset="0"/>
              </a:rPr>
              <a:t>covered in the initial presentation. </a:t>
            </a:r>
            <a:endParaRPr lang="en-GB" sz="2600" dirty="0" smtClean="0">
              <a:solidFill>
                <a:srgbClr val="C00000"/>
              </a:solidFill>
              <a:ea typeface="Calibri" panose="020F0502020204030204" pitchFamily="34" charset="0"/>
            </a:endParaRPr>
          </a:p>
        </p:txBody>
      </p:sp>
      <p:sp>
        <p:nvSpPr>
          <p:cNvPr id="11" name="Rectangle 2"/>
          <p:cNvSpPr>
            <a:spLocks noGrp="1" noChangeArrowheads="1"/>
          </p:cNvSpPr>
          <p:nvPr>
            <p:ph type="title"/>
          </p:nvPr>
        </p:nvSpPr>
        <p:spPr>
          <a:xfrm>
            <a:off x="381000" y="761999"/>
            <a:ext cx="9309232" cy="459719"/>
          </a:xfrm>
        </p:spPr>
        <p:txBody>
          <a:bodyPr/>
          <a:lstStyle/>
          <a:p>
            <a:r>
              <a:rPr lang="en-GB" sz="2800" b="1" dirty="0">
                <a:solidFill>
                  <a:srgbClr val="0000CC"/>
                </a:solidFill>
                <a:latin typeface="Arial" panose="020B0604020202020204" pitchFamily="34" charset="0"/>
                <a:cs typeface="Arial" panose="020B0604020202020204" pitchFamily="34" charset="0"/>
              </a:rPr>
              <a:t>Task </a:t>
            </a:r>
            <a:r>
              <a:rPr lang="en-GB" sz="2800" b="1" dirty="0" smtClean="0">
                <a:solidFill>
                  <a:srgbClr val="0000CC"/>
                </a:solidFill>
                <a:latin typeface="Arial" panose="020B0604020202020204" pitchFamily="34" charset="0"/>
                <a:cs typeface="Arial" panose="020B0604020202020204" pitchFamily="34" charset="0"/>
              </a:rPr>
              <a:t>3 – Conversation (Part 1)</a:t>
            </a:r>
            <a:endParaRPr lang="en-GB" sz="2800" dirty="0">
              <a:solidFill>
                <a:srgbClr val="0000C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9658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25</a:t>
            </a:fld>
            <a:endParaRPr lang="en-GB" dirty="0" smtClean="0"/>
          </a:p>
        </p:txBody>
      </p:sp>
      <p:sp>
        <p:nvSpPr>
          <p:cNvPr id="160771" name="Rectangle 3"/>
          <p:cNvSpPr>
            <a:spLocks noGrp="1" noChangeArrowheads="1"/>
          </p:cNvSpPr>
          <p:nvPr>
            <p:ph type="body" idx="1"/>
          </p:nvPr>
        </p:nvSpPr>
        <p:spPr>
          <a:xfrm>
            <a:off x="377791" y="1371600"/>
            <a:ext cx="9223409" cy="4800600"/>
          </a:xfrm>
        </p:spPr>
        <p:txBody>
          <a:bodyPr/>
          <a:lstStyle/>
          <a:p>
            <a:r>
              <a:rPr lang="en-GB" sz="2600" dirty="0"/>
              <a:t>Part 2 must cover a </a:t>
            </a:r>
            <a:r>
              <a:rPr lang="en-GB" sz="2600" dirty="0">
                <a:solidFill>
                  <a:srgbClr val="990099"/>
                </a:solidFill>
              </a:rPr>
              <a:t>different theme to Part </a:t>
            </a:r>
            <a:r>
              <a:rPr lang="en-GB" sz="2600" dirty="0" smtClean="0">
                <a:solidFill>
                  <a:srgbClr val="990099"/>
                </a:solidFill>
              </a:rPr>
              <a:t>1. </a:t>
            </a:r>
            <a:r>
              <a:rPr lang="en-GB" sz="2600" dirty="0" smtClean="0"/>
              <a:t>A </a:t>
            </a:r>
            <a:r>
              <a:rPr lang="en-GB" sz="2600" dirty="0"/>
              <a:t>different theme will be </a:t>
            </a:r>
            <a:r>
              <a:rPr lang="en-GB" sz="2600" dirty="0">
                <a:solidFill>
                  <a:srgbClr val="990099"/>
                </a:solidFill>
              </a:rPr>
              <a:t>allocated by Pearson </a:t>
            </a:r>
            <a:r>
              <a:rPr lang="en-GB" sz="2600" dirty="0"/>
              <a:t>using the </a:t>
            </a:r>
            <a:r>
              <a:rPr lang="en-GB" sz="2600" dirty="0">
                <a:solidFill>
                  <a:srgbClr val="990099"/>
                </a:solidFill>
              </a:rPr>
              <a:t>sequencing </a:t>
            </a:r>
            <a:r>
              <a:rPr lang="en-GB" sz="2600" dirty="0" smtClean="0">
                <a:solidFill>
                  <a:srgbClr val="990099"/>
                </a:solidFill>
              </a:rPr>
              <a:t>grid</a:t>
            </a:r>
            <a:r>
              <a:rPr lang="en-GB" sz="2600" dirty="0" smtClean="0">
                <a:solidFill>
                  <a:srgbClr val="C00000"/>
                </a:solidFill>
              </a:rPr>
              <a:t> </a:t>
            </a:r>
            <a:r>
              <a:rPr lang="en-GB" sz="2600" dirty="0"/>
              <a:t>for </a:t>
            </a:r>
            <a:r>
              <a:rPr lang="en-GB" sz="2600" dirty="0" smtClean="0"/>
              <a:t>T/</a:t>
            </a:r>
            <a:r>
              <a:rPr lang="en-GB" sz="2600" dirty="0" err="1" smtClean="0"/>
              <a:t>Es</a:t>
            </a:r>
            <a:r>
              <a:rPr lang="en-GB" sz="2600" dirty="0" smtClean="0"/>
              <a:t> </a:t>
            </a:r>
            <a:r>
              <a:rPr lang="en-GB" sz="2600" dirty="0"/>
              <a:t>to select one. </a:t>
            </a:r>
            <a:endParaRPr lang="en-GB" sz="2600" dirty="0" smtClean="0"/>
          </a:p>
          <a:p>
            <a:r>
              <a:rPr lang="en-GB" sz="2600" dirty="0" smtClean="0"/>
              <a:t>For each candidate, the T/</a:t>
            </a:r>
            <a:r>
              <a:rPr lang="en-GB" sz="2600" dirty="0" err="1" smtClean="0"/>
              <a:t>Es</a:t>
            </a:r>
            <a:r>
              <a:rPr lang="en-GB" sz="2600" dirty="0" smtClean="0"/>
              <a:t> have a choice of </a:t>
            </a:r>
            <a:r>
              <a:rPr lang="en-GB" sz="2600" dirty="0" smtClean="0">
                <a:solidFill>
                  <a:srgbClr val="990099"/>
                </a:solidFill>
              </a:rPr>
              <a:t>two themes on the sequencing grid</a:t>
            </a:r>
            <a:r>
              <a:rPr lang="en-GB" sz="2600" dirty="0" smtClean="0"/>
              <a:t>. The T/</a:t>
            </a:r>
            <a:r>
              <a:rPr lang="en-GB" sz="2600" dirty="0" err="1" smtClean="0"/>
              <a:t>Es</a:t>
            </a:r>
            <a:r>
              <a:rPr lang="en-GB" sz="2600" dirty="0" smtClean="0"/>
              <a:t> must select one topic. </a:t>
            </a:r>
            <a:r>
              <a:rPr lang="en-GB" sz="2600" dirty="0">
                <a:solidFill>
                  <a:srgbClr val="990099"/>
                </a:solidFill>
              </a:rPr>
              <a:t>Candidates are </a:t>
            </a:r>
            <a:r>
              <a:rPr lang="en-GB" sz="2600" b="1" dirty="0" smtClean="0">
                <a:solidFill>
                  <a:srgbClr val="990099"/>
                </a:solidFill>
              </a:rPr>
              <a:t>not allowed to select </a:t>
            </a:r>
            <a:r>
              <a:rPr lang="en-GB" sz="2600" dirty="0" smtClean="0">
                <a:solidFill>
                  <a:srgbClr val="990099"/>
                </a:solidFill>
              </a:rPr>
              <a:t>the </a:t>
            </a:r>
            <a:r>
              <a:rPr lang="en-GB" sz="2600" dirty="0">
                <a:solidFill>
                  <a:srgbClr val="990099"/>
                </a:solidFill>
              </a:rPr>
              <a:t>theme in this part</a:t>
            </a:r>
            <a:r>
              <a:rPr lang="en-GB" sz="2600" dirty="0" smtClean="0">
                <a:solidFill>
                  <a:srgbClr val="990099"/>
                </a:solidFill>
              </a:rPr>
              <a:t>.</a:t>
            </a:r>
          </a:p>
          <a:p>
            <a:r>
              <a:rPr lang="en-GB" sz="2600" dirty="0"/>
              <a:t>This part of the conversation task may focus on one or </a:t>
            </a:r>
            <a:r>
              <a:rPr lang="en-GB" sz="2600" dirty="0">
                <a:solidFill>
                  <a:srgbClr val="990099"/>
                </a:solidFill>
              </a:rPr>
              <a:t>more topics </a:t>
            </a:r>
            <a:r>
              <a:rPr lang="en-GB" sz="2600" dirty="0"/>
              <a:t>from the same selected </a:t>
            </a:r>
            <a:r>
              <a:rPr lang="en-GB" sz="2600" b="1" dirty="0">
                <a:solidFill>
                  <a:srgbClr val="990099"/>
                </a:solidFill>
              </a:rPr>
              <a:t>theme</a:t>
            </a:r>
            <a:r>
              <a:rPr lang="en-GB" sz="2600" dirty="0">
                <a:solidFill>
                  <a:srgbClr val="990099"/>
                </a:solidFill>
              </a:rPr>
              <a:t> </a:t>
            </a:r>
            <a:r>
              <a:rPr lang="en-GB" sz="2600" dirty="0"/>
              <a:t>if necessary to ensure that candidates use the recommended time for this task most effectively.</a:t>
            </a:r>
          </a:p>
          <a:p>
            <a:endParaRPr lang="en-GB" sz="2900" dirty="0">
              <a:solidFill>
                <a:srgbClr val="C00000"/>
              </a:solidFill>
            </a:endParaRPr>
          </a:p>
          <a:p>
            <a:endParaRPr lang="en-GB" sz="2900" dirty="0" smtClean="0"/>
          </a:p>
        </p:txBody>
      </p:sp>
      <p:sp>
        <p:nvSpPr>
          <p:cNvPr id="11" name="Rectangle 2"/>
          <p:cNvSpPr>
            <a:spLocks noGrp="1" noChangeArrowheads="1"/>
          </p:cNvSpPr>
          <p:nvPr>
            <p:ph type="title"/>
          </p:nvPr>
        </p:nvSpPr>
        <p:spPr>
          <a:xfrm>
            <a:off x="377791" y="761999"/>
            <a:ext cx="9309232" cy="492609"/>
          </a:xfrm>
        </p:spPr>
        <p:txBody>
          <a:bodyPr/>
          <a:lstStyle/>
          <a:p>
            <a:r>
              <a:rPr lang="en-GB" sz="2400" b="1" dirty="0">
                <a:solidFill>
                  <a:srgbClr val="0000CC"/>
                </a:solidFill>
                <a:latin typeface="Arial" panose="020B0604020202020204" pitchFamily="34" charset="0"/>
                <a:cs typeface="Arial" panose="020B0604020202020204" pitchFamily="34" charset="0"/>
              </a:rPr>
              <a:t>Task </a:t>
            </a:r>
            <a:r>
              <a:rPr lang="en-GB" sz="2400" b="1" dirty="0" smtClean="0">
                <a:solidFill>
                  <a:srgbClr val="0000CC"/>
                </a:solidFill>
                <a:latin typeface="Arial" panose="020B0604020202020204" pitchFamily="34" charset="0"/>
                <a:cs typeface="Arial" panose="020B0604020202020204" pitchFamily="34" charset="0"/>
              </a:rPr>
              <a:t>3 – Conversation (Part 2)</a:t>
            </a:r>
            <a:endParaRPr lang="en-GB" sz="2400" dirty="0">
              <a:solidFill>
                <a:srgbClr val="0000C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73915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Slide Number Placeholder 5"/>
          <p:cNvSpPr>
            <a:spLocks noGrp="1"/>
          </p:cNvSpPr>
          <p:nvPr>
            <p:ph type="sldNum" sz="quarter" idx="12"/>
          </p:nvPr>
        </p:nvSpPr>
        <p:spPr>
          <a:xfrm>
            <a:off x="7099300" y="6297613"/>
            <a:ext cx="2311400" cy="261937"/>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dirty="0" smtClean="0"/>
              <a:t>Slide </a:t>
            </a:r>
            <a:fld id="{0791107B-2345-4607-ADE7-C5725CF4E4E6}" type="slidenum">
              <a:rPr lang="en-GB" smtClean="0"/>
              <a:pPr eaLnBrk="1" hangingPunct="1"/>
              <a:t>26</a:t>
            </a:fld>
            <a:endParaRPr lang="en-GB" dirty="0" smtClean="0"/>
          </a:p>
        </p:txBody>
      </p:sp>
      <p:sp>
        <p:nvSpPr>
          <p:cNvPr id="160771" name="Rectangle 3"/>
          <p:cNvSpPr>
            <a:spLocks noGrp="1" noChangeArrowheads="1"/>
          </p:cNvSpPr>
          <p:nvPr>
            <p:ph type="body" idx="1"/>
          </p:nvPr>
        </p:nvSpPr>
        <p:spPr>
          <a:xfrm>
            <a:off x="417495" y="1354974"/>
            <a:ext cx="9071010" cy="4724400"/>
          </a:xfrm>
        </p:spPr>
        <p:txBody>
          <a:bodyPr/>
          <a:lstStyle/>
          <a:p>
            <a:pPr marL="0" indent="0">
              <a:spcBef>
                <a:spcPts val="0"/>
              </a:spcBef>
              <a:spcAft>
                <a:spcPts val="500"/>
              </a:spcAft>
              <a:buNone/>
            </a:pPr>
            <a:r>
              <a:rPr lang="en-GB" sz="2600" b="1" dirty="0">
                <a:solidFill>
                  <a:srgbClr val="C00000"/>
                </a:solidFill>
                <a:ea typeface="Calibri" panose="020F0502020204030204" pitchFamily="34" charset="0"/>
              </a:rPr>
              <a:t>Some Comments from Examiner’s Reports - Conversation </a:t>
            </a:r>
            <a:r>
              <a:rPr lang="en-GB" sz="2600" b="1" dirty="0" smtClean="0">
                <a:solidFill>
                  <a:srgbClr val="C00000"/>
                </a:solidFill>
                <a:ea typeface="Calibri" panose="020F0502020204030204" pitchFamily="34" charset="0"/>
              </a:rPr>
              <a:t>Part 2</a:t>
            </a:r>
            <a:endParaRPr lang="en-GB" sz="2600" b="1" dirty="0">
              <a:solidFill>
                <a:srgbClr val="C00000"/>
              </a:solidFill>
              <a:ea typeface="Calibri" panose="020F0502020204030204" pitchFamily="34" charset="0"/>
            </a:endParaRPr>
          </a:p>
          <a:p>
            <a:pPr>
              <a:spcAft>
                <a:spcPts val="500"/>
              </a:spcAft>
            </a:pPr>
            <a:r>
              <a:rPr lang="en-GB" sz="2500" dirty="0" smtClean="0"/>
              <a:t>For </a:t>
            </a:r>
            <a:r>
              <a:rPr lang="en-GB" sz="2500" dirty="0"/>
              <a:t>the second part of the conversation, some </a:t>
            </a:r>
            <a:r>
              <a:rPr lang="en-GB" sz="2500" dirty="0" smtClean="0"/>
              <a:t>T/</a:t>
            </a:r>
            <a:r>
              <a:rPr lang="en-GB" sz="2500" dirty="0" err="1" smtClean="0"/>
              <a:t>Es</a:t>
            </a:r>
            <a:r>
              <a:rPr lang="en-GB" sz="2500" dirty="0" smtClean="0"/>
              <a:t> </a:t>
            </a:r>
            <a:r>
              <a:rPr lang="en-GB" sz="2500" dirty="0">
                <a:solidFill>
                  <a:srgbClr val="C00000"/>
                </a:solidFill>
              </a:rPr>
              <a:t>failed to follow the </a:t>
            </a:r>
            <a:r>
              <a:rPr lang="en-GB" sz="2500" dirty="0" smtClean="0">
                <a:solidFill>
                  <a:srgbClr val="C00000"/>
                </a:solidFill>
              </a:rPr>
              <a:t>sequencing grid</a:t>
            </a:r>
            <a:r>
              <a:rPr lang="en-GB" sz="2500" dirty="0" smtClean="0"/>
              <a:t>. This meant </a:t>
            </a:r>
            <a:r>
              <a:rPr lang="en-GB" sz="2500" dirty="0"/>
              <a:t>they asked the </a:t>
            </a:r>
            <a:r>
              <a:rPr lang="en-GB" sz="2500" dirty="0" smtClean="0"/>
              <a:t>candidates </a:t>
            </a:r>
            <a:r>
              <a:rPr lang="en-GB" sz="2500" dirty="0">
                <a:solidFill>
                  <a:srgbClr val="C00000"/>
                </a:solidFill>
              </a:rPr>
              <a:t>questions from the wrong </a:t>
            </a:r>
            <a:r>
              <a:rPr lang="en-GB" sz="2500" b="1" dirty="0">
                <a:solidFill>
                  <a:srgbClr val="C00000"/>
                </a:solidFill>
              </a:rPr>
              <a:t>theme</a:t>
            </a:r>
            <a:r>
              <a:rPr lang="en-GB" sz="2500" dirty="0" smtClean="0"/>
              <a:t>.</a:t>
            </a:r>
          </a:p>
          <a:p>
            <a:pPr>
              <a:spcAft>
                <a:spcPts val="500"/>
              </a:spcAft>
            </a:pPr>
            <a:r>
              <a:rPr lang="en-GB" sz="2500" dirty="0" smtClean="0"/>
              <a:t>Some T/</a:t>
            </a:r>
            <a:r>
              <a:rPr lang="en-GB" sz="2500" dirty="0" err="1" smtClean="0"/>
              <a:t>Es</a:t>
            </a:r>
            <a:r>
              <a:rPr lang="en-GB" sz="2500" dirty="0" smtClean="0"/>
              <a:t> </a:t>
            </a:r>
            <a:r>
              <a:rPr lang="en-GB" sz="2500" dirty="0">
                <a:solidFill>
                  <a:srgbClr val="C00000"/>
                </a:solidFill>
              </a:rPr>
              <a:t>did not ask questions in standard Gujarati</a:t>
            </a:r>
            <a:r>
              <a:rPr lang="en-GB" sz="2500" dirty="0"/>
              <a:t> and it seemed that some </a:t>
            </a:r>
            <a:r>
              <a:rPr lang="en-GB" sz="2500" dirty="0" smtClean="0">
                <a:solidFill>
                  <a:srgbClr val="C00000"/>
                </a:solidFill>
              </a:rPr>
              <a:t>candidates were </a:t>
            </a:r>
            <a:r>
              <a:rPr lang="en-GB" sz="2500" dirty="0">
                <a:solidFill>
                  <a:srgbClr val="C00000"/>
                </a:solidFill>
              </a:rPr>
              <a:t>more confident than the </a:t>
            </a:r>
            <a:r>
              <a:rPr lang="en-GB" sz="2500" dirty="0" smtClean="0">
                <a:solidFill>
                  <a:srgbClr val="C00000"/>
                </a:solidFill>
              </a:rPr>
              <a:t>T/</a:t>
            </a:r>
            <a:r>
              <a:rPr lang="en-GB" sz="2500" dirty="0" err="1" smtClean="0">
                <a:solidFill>
                  <a:srgbClr val="C00000"/>
                </a:solidFill>
              </a:rPr>
              <a:t>Es</a:t>
            </a:r>
            <a:r>
              <a:rPr lang="en-GB" sz="2500" dirty="0" smtClean="0"/>
              <a:t> </a:t>
            </a:r>
            <a:r>
              <a:rPr lang="en-GB" sz="2500" dirty="0"/>
              <a:t>themselves</a:t>
            </a:r>
            <a:r>
              <a:rPr lang="en-GB" sz="2500" dirty="0" smtClean="0"/>
              <a:t>.</a:t>
            </a:r>
          </a:p>
          <a:p>
            <a:pPr>
              <a:spcAft>
                <a:spcPts val="500"/>
              </a:spcAft>
            </a:pPr>
            <a:r>
              <a:rPr lang="en-GB" sz="2500" dirty="0"/>
              <a:t>Some candidates were </a:t>
            </a:r>
            <a:r>
              <a:rPr lang="en-GB" sz="2500" dirty="0">
                <a:solidFill>
                  <a:srgbClr val="C00000"/>
                </a:solidFill>
              </a:rPr>
              <a:t>disadvantaged </a:t>
            </a:r>
            <a:r>
              <a:rPr lang="en-GB" sz="2500" dirty="0"/>
              <a:t>because the T/Es’ failed to ask any questions that required the </a:t>
            </a:r>
            <a:r>
              <a:rPr lang="en-GB" sz="2500" dirty="0">
                <a:solidFill>
                  <a:srgbClr val="C00000"/>
                </a:solidFill>
              </a:rPr>
              <a:t>use of a tense other than the present.</a:t>
            </a:r>
            <a:r>
              <a:rPr lang="en-GB" sz="2500" dirty="0"/>
              <a:t> </a:t>
            </a:r>
          </a:p>
          <a:p>
            <a:pPr>
              <a:spcAft>
                <a:spcPts val="800"/>
              </a:spcAft>
            </a:pPr>
            <a:endParaRPr lang="en-GB" sz="2800" dirty="0"/>
          </a:p>
        </p:txBody>
      </p:sp>
      <p:sp>
        <p:nvSpPr>
          <p:cNvPr id="11" name="Rectangle 2"/>
          <p:cNvSpPr>
            <a:spLocks noGrp="1" noChangeArrowheads="1"/>
          </p:cNvSpPr>
          <p:nvPr>
            <p:ph type="title"/>
          </p:nvPr>
        </p:nvSpPr>
        <p:spPr>
          <a:xfrm>
            <a:off x="377791" y="761999"/>
            <a:ext cx="9309232" cy="492609"/>
          </a:xfrm>
        </p:spPr>
        <p:txBody>
          <a:bodyPr/>
          <a:lstStyle/>
          <a:p>
            <a:r>
              <a:rPr lang="en-GB" sz="2800" b="1" dirty="0">
                <a:solidFill>
                  <a:srgbClr val="0000CC"/>
                </a:solidFill>
                <a:latin typeface="Arial" panose="020B0604020202020204" pitchFamily="34" charset="0"/>
                <a:cs typeface="Arial" panose="020B0604020202020204" pitchFamily="34" charset="0"/>
              </a:rPr>
              <a:t>Task </a:t>
            </a:r>
            <a:r>
              <a:rPr lang="en-GB" sz="2800" b="1" dirty="0" smtClean="0">
                <a:solidFill>
                  <a:srgbClr val="0000CC"/>
                </a:solidFill>
                <a:latin typeface="Arial" panose="020B0604020202020204" pitchFamily="34" charset="0"/>
                <a:cs typeface="Arial" panose="020B0604020202020204" pitchFamily="34" charset="0"/>
              </a:rPr>
              <a:t>3 – Conversation (Part 2)</a:t>
            </a:r>
            <a:endParaRPr lang="en-GB" sz="2800" dirty="0">
              <a:solidFill>
                <a:srgbClr val="0000C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5815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Gujarati Radhika 2007"/>
        <a:ea typeface=""/>
        <a:cs typeface=""/>
      </a:majorFont>
      <a:minorFont>
        <a:latin typeface="Gujarati Radhika 2007"/>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2430</TotalTime>
  <Words>2674</Words>
  <Application>Microsoft Office PowerPoint</Application>
  <PresentationFormat>A4 Paper (210x297 mm)</PresentationFormat>
  <Paragraphs>267</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Gujarati Radhika 2007</vt:lpstr>
      <vt:lpstr>Nirmala UI</vt:lpstr>
      <vt:lpstr>Times New Roman</vt:lpstr>
      <vt:lpstr>Default Design</vt:lpstr>
      <vt:lpstr>Speaking – Both Tiers</vt:lpstr>
      <vt:lpstr>Task 1 – SAMs 2018 - Role play (F) – Cultural Life</vt:lpstr>
      <vt:lpstr>Task 1 – SAMs 2018 - Role play (F) – Cultural Life</vt:lpstr>
      <vt:lpstr>Task 1 – SAMs 2018 - Role play (F) – Cultural Life</vt:lpstr>
      <vt:lpstr>Task 1 – SAMs 2018 - Role play (F) – Cultural Life</vt:lpstr>
      <vt:lpstr>Task 1 – SAMs 2018 - Role play (F) – Cultural Life</vt:lpstr>
      <vt:lpstr>Task 1 – SAMs 2018 - Role play (F) – Cultural Life</vt:lpstr>
      <vt:lpstr>Task 1 - SAMs 2018 - Role-play (H) - Travel  &amp; tourist transactions</vt:lpstr>
      <vt:lpstr>Task 1 - SAMs 2018 - Role-play (H) - Travel  &amp; tourist transactions</vt:lpstr>
      <vt:lpstr>Task 1 - SAMs 2018 - Role-play (H) - Travel  &amp; tourist transactions</vt:lpstr>
      <vt:lpstr>Task 1 - SAMs 2018 - Role-play (H) - Travel  &amp; tourist transactions</vt:lpstr>
      <vt:lpstr>Task 1 - SAMs Role-play (H)– Travel  &amp; tourist transactions</vt:lpstr>
      <vt:lpstr>Task 1 - SAMs 2018 - Role-play (H) - Travel  &amp; tourist transactions</vt:lpstr>
      <vt:lpstr>Task 1 - SAMs 2018 - Role-play (H) - Travel  &amp; tourist transactions</vt:lpstr>
      <vt:lpstr>Pearson 2023 - Task 2 - (F) Picture Card FP3 - Work</vt:lpstr>
      <vt:lpstr>Pearson 2023 - Task 2 - (F) Picture Card FP3 - Work</vt:lpstr>
      <vt:lpstr>Pearson 2023 - Task 2 - (F) Picture Card FP3 - Work</vt:lpstr>
      <vt:lpstr>Pearson 2023 - Task 2 - (F) Picture Card FP3 - Work</vt:lpstr>
      <vt:lpstr>Pearson 2022 - Task 2 – (H) Picture Card HP4 – Ambitions</vt:lpstr>
      <vt:lpstr>Pearson 2022 - Task 2 - (H) Picture Card HP4 - Ambitions</vt:lpstr>
      <vt:lpstr>Pearson 2022 - Task 2 - (H) Picture Card HP4 - Ambitions</vt:lpstr>
      <vt:lpstr>Pearson 2022 - Task 2 - (H) Picture Card HP4 - Ambitions</vt:lpstr>
      <vt:lpstr>Task 3 – Conversation (Part 1)</vt:lpstr>
      <vt:lpstr>Task 3 – Conversation (Part 1)</vt:lpstr>
      <vt:lpstr>Task 3 – Conversation (Part 2)</vt:lpstr>
      <vt:lpstr>Task 3 – Conversation (Part 2)</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dc:title>
  <dc:creator>-</dc:creator>
  <cp:lastModifiedBy>Mum</cp:lastModifiedBy>
  <cp:revision>637</cp:revision>
  <cp:lastPrinted>2024-07-27T13:40:10Z</cp:lastPrinted>
  <dcterms:created xsi:type="dcterms:W3CDTF">2006-02-14T11:19:14Z</dcterms:created>
  <dcterms:modified xsi:type="dcterms:W3CDTF">2024-07-27T13:40:18Z</dcterms:modified>
</cp:coreProperties>
</file>